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e73de87e834868" /><Relationship Type="http://schemas.openxmlformats.org/officeDocument/2006/relationships/extended-properties" Target="/docProps/app.xml" Id="R3f5fea7ed8c94d6b" /><Relationship Type="http://schemas.openxmlformats.org/officeDocument/2006/relationships/officeDocument" Target="/ppt/presentation.xml" Id="R37efb2eaccd4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7d76790658412d"/>
  </p:sldMasterIdLst>
  <p:notesMasterIdLst>
    <p:notesMasterId xmlns:r="http://schemas.openxmlformats.org/officeDocument/2006/relationships" r:id="R7d5ef00c94404119"/>
  </p:notesMasterIdLst>
  <p:sldIdLst>
    <p:sldId xmlns:r="http://schemas.openxmlformats.org/officeDocument/2006/relationships" id="256" r:id="R84cabc788d714702"/>
    <p:sldId xmlns:r="http://schemas.openxmlformats.org/officeDocument/2006/relationships" id="257" r:id="Reb82208320c44fc7"/>
    <p:sldId xmlns:r="http://schemas.openxmlformats.org/officeDocument/2006/relationships" id="258" r:id="R541a0b51b07f4e06"/>
    <p:sldId xmlns:r="http://schemas.openxmlformats.org/officeDocument/2006/relationships" id="259" r:id="Re38728834f864004"/>
    <p:sldId xmlns:r="http://schemas.openxmlformats.org/officeDocument/2006/relationships" id="260" r:id="R4df40d5563a0474a"/>
    <p:sldId xmlns:r="http://schemas.openxmlformats.org/officeDocument/2006/relationships" id="261" r:id="Re6ea165727a94784"/>
    <p:sldId xmlns:r="http://schemas.openxmlformats.org/officeDocument/2006/relationships" id="262" r:id="R37f130c5dced4bde"/>
    <p:sldId xmlns:r="http://schemas.openxmlformats.org/officeDocument/2006/relationships" id="263" r:id="R1ba425e0c90b48bf"/>
    <p:sldId xmlns:r="http://schemas.openxmlformats.org/officeDocument/2006/relationships" id="264" r:id="R4466e5e0763f47f9"/>
    <p:sldId xmlns:r="http://schemas.openxmlformats.org/officeDocument/2006/relationships" id="265" r:id="R572a1fd812664ca5"/>
    <p:sldId xmlns:r="http://schemas.openxmlformats.org/officeDocument/2006/relationships" id="266" r:id="R870de9cf7ee145f6"/>
    <p:sldId xmlns:r="http://schemas.openxmlformats.org/officeDocument/2006/relationships" id="267" r:id="R0922d06fa119415d"/>
    <p:sldId xmlns:r="http://schemas.openxmlformats.org/officeDocument/2006/relationships" id="268" r:id="R6741e39ac3aa4497"/>
    <p:sldId xmlns:r="http://schemas.openxmlformats.org/officeDocument/2006/relationships" id="269" r:id="R421feb68ce1d42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1c71c616c94a72" /><Relationship Type="http://schemas.openxmlformats.org/officeDocument/2006/relationships/slideMaster" Target="/ppt/slideMasters/slideMaster1.xml" Id="R057d76790658412d" /><Relationship Type="http://schemas.openxmlformats.org/officeDocument/2006/relationships/notesMaster" Target="/ppt/notesMasters/notesMaster1.xml" Id="R7d5ef00c94404119" /><Relationship Type="http://schemas.openxmlformats.org/officeDocument/2006/relationships/presProps" Target="/ppt/presProps.xml" Id="R175f5ecad3354594" /><Relationship Type="http://schemas.openxmlformats.org/officeDocument/2006/relationships/tableStyles" Target="/ppt/tableStyles.xml" Id="R739a97ba41ae4d41" /><Relationship Type="http://schemas.openxmlformats.org/officeDocument/2006/relationships/slide" Target="/ppt/slides/slide1.xml" Id="R84cabc788d714702" /><Relationship Type="http://schemas.openxmlformats.org/officeDocument/2006/relationships/slide" Target="/ppt/slides/slide2.xml" Id="Reb82208320c44fc7" /><Relationship Type="http://schemas.openxmlformats.org/officeDocument/2006/relationships/slide" Target="/ppt/slides/slide3.xml" Id="R541a0b51b07f4e06" /><Relationship Type="http://schemas.openxmlformats.org/officeDocument/2006/relationships/slide" Target="/ppt/slides/slide4.xml" Id="Re38728834f864004" /><Relationship Type="http://schemas.openxmlformats.org/officeDocument/2006/relationships/slide" Target="/ppt/slides/slide5.xml" Id="R4df40d5563a0474a" /><Relationship Type="http://schemas.openxmlformats.org/officeDocument/2006/relationships/slide" Target="/ppt/slides/slide6.xml" Id="Re6ea165727a94784" /><Relationship Type="http://schemas.openxmlformats.org/officeDocument/2006/relationships/slide" Target="/ppt/slides/slide7.xml" Id="R37f130c5dced4bde" /><Relationship Type="http://schemas.openxmlformats.org/officeDocument/2006/relationships/slide" Target="/ppt/slides/slide8.xml" Id="R1ba425e0c90b48bf" /><Relationship Type="http://schemas.openxmlformats.org/officeDocument/2006/relationships/slide" Target="/ppt/slides/slide9.xml" Id="R4466e5e0763f47f9" /><Relationship Type="http://schemas.openxmlformats.org/officeDocument/2006/relationships/slide" Target="/ppt/slides/slide10.xml" Id="R572a1fd812664ca5" /><Relationship Type="http://schemas.openxmlformats.org/officeDocument/2006/relationships/slide" Target="/ppt/slides/slide11.xml" Id="R870de9cf7ee145f6" /><Relationship Type="http://schemas.openxmlformats.org/officeDocument/2006/relationships/slide" Target="/ppt/slides/slide12.xml" Id="R0922d06fa119415d" /><Relationship Type="http://schemas.openxmlformats.org/officeDocument/2006/relationships/slide" Target="/ppt/slides/slide13.xml" Id="R6741e39ac3aa4497" /><Relationship Type="http://schemas.openxmlformats.org/officeDocument/2006/relationships/slide" Target="/ppt/slides/slide14.xml" Id="R421feb68ce1d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e2f1c9d38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4524232b7e42b2" /><Relationship Type="http://schemas.openxmlformats.org/officeDocument/2006/relationships/notesMaster" Target="/ppt/notesMasters/notesMaster1.xml" Id="R0bcd3336d9ee44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53daafc3324330" /><Relationship Type="http://schemas.openxmlformats.org/officeDocument/2006/relationships/notesMaster" Target="/ppt/notesMasters/notesMaster1.xml" Id="Rf8603c22a9b6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5b910bf2b14f0d" /><Relationship Type="http://schemas.openxmlformats.org/officeDocument/2006/relationships/notesMaster" Target="/ppt/notesMasters/notesMaster1.xml" Id="Rdc8ab6e8dfcb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f00f7cbb46450d" /><Relationship Type="http://schemas.openxmlformats.org/officeDocument/2006/relationships/notesMaster" Target="/ppt/notesMasters/notesMaster1.xml" Id="R9517ac5764064e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2f5f3002e4576" /><Relationship Type="http://schemas.openxmlformats.org/officeDocument/2006/relationships/notesMaster" Target="/ppt/notesMasters/notesMaster1.xml" Id="Re065c0237bb34c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e699736c724896" /><Relationship Type="http://schemas.openxmlformats.org/officeDocument/2006/relationships/notesMaster" Target="/ppt/notesMasters/notesMaster1.xml" Id="Rb09899e83a87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c68b0803674615" /><Relationship Type="http://schemas.openxmlformats.org/officeDocument/2006/relationships/notesMaster" Target="/ppt/notesMasters/notesMaster1.xml" Id="R42e5b9362647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5da281ae2b429c" /><Relationship Type="http://schemas.openxmlformats.org/officeDocument/2006/relationships/notesMaster" Target="/ppt/notesMasters/notesMaster1.xml" Id="R5f7fe89dde9447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50a9588f040ea" /><Relationship Type="http://schemas.openxmlformats.org/officeDocument/2006/relationships/notesMaster" Target="/ppt/notesMasters/notesMaster1.xml" Id="R48587afb0f1446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59119771954d6f" /><Relationship Type="http://schemas.openxmlformats.org/officeDocument/2006/relationships/notesMaster" Target="/ppt/notesMasters/notesMaster1.xml" Id="Rb3a06af7ba904b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6f7b9aca0c4f12" /><Relationship Type="http://schemas.openxmlformats.org/officeDocument/2006/relationships/notesMaster" Target="/ppt/notesMasters/notesMaster1.xml" Id="R3ac3dcc6a23b42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64f107a8394f6c" /><Relationship Type="http://schemas.openxmlformats.org/officeDocument/2006/relationships/notesMaster" Target="/ppt/notesMasters/notesMaster1.xml" Id="Rfe5ddbd833b84b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065c9e0f714ef5" /><Relationship Type="http://schemas.openxmlformats.org/officeDocument/2006/relationships/notesMaster" Target="/ppt/notesMasters/notesMaster1.xml" Id="Ra3d82481073a4a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3bb31e21c3400b" /><Relationship Type="http://schemas.openxmlformats.org/officeDocument/2006/relationships/notesMaster" Target="/ppt/notesMasters/notesMaster1.xml" Id="Rbb62fd0d0cd841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tour shows every changed screen in the current build. It also marks the two parts that need to be restored before the Workflow UI is acceptable.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Capability Profiles. The left side selects a profile. The right side edits its details and shows which native runtime it uses.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01-capability-profile-overview.jpg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 narrows the choices already exposed by the selected runtime. It does not set up provider accounts or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02-capability-allowed-selections.jpg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profile form has clear save and delete actions. The saved revision is shown near the bottom of the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12-capability-profile-save-and-delete.png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current Workflow editor. It exposes the new node fields, but it wrongly replaced the old flow canvas with 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03-workflow-node-profile.jpg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Nodes are not reusable objects in this build. Copy is the quick way to start from an existing node and then change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11-copy-node-configuration.png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node chooses a Capability Profile, then narrows it further. It also stores the first prompt and the identity shown in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04-node-restrictions-and-defaults.jpg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connection becomes a Session Event definition. The editor shows which nodes it connects, what starts it, and the order of prompt 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05-connection-trigger-and-prompt.jpg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connection form makes prompt assembly and Session lookup explicit. These values compile into the generic Session Event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06-connection-prompt-and-target.jpg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Compile turns the recipe into Session Event definitions. The current screen only accepts a typed instance ID. The old list and Create Workflow instance flow need to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capture: 07-compile-and-run.jpg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seeded Session shows the new per-message controls and the profile pinned when the Session was created.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08-session-profile-and-message-controls.jpg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Session view separates the defaults used by Workflow messages from the wider runtime choices available to a direct user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09-pinned-defaults-and-node-capabilities.jpg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runtime card shows what the attached runtime can do. The delivery area below it records how Session Events reached this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seeded capture: 10-attached-runtime-and-delivery-provenance.jpg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component fixture shows a completed event with one delivery. The same result view can hold grouped fan-out deliveries. No provider request was 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component fixture: 13-event-result-and-delivery-details.png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f24da09094c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1983342754943" /><Relationship Type="http://schemas.openxmlformats.org/officeDocument/2006/relationships/slideLayout" Target="/ppt/slideLayouts/slideLayout1.xml" Id="R1f6bc782a37e4f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6bc782a37e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1c12e8af840d3" /><Relationship Type="http://schemas.openxmlformats.org/officeDocument/2006/relationships/image" Target="/ppt/media/image.jpeg" Id="Rc7ebdcc9c82045f2" /><Relationship Type="http://schemas.openxmlformats.org/officeDocument/2006/relationships/notesSlide" Target="/ppt/notesSlides/notesSlide1.xml" Id="Rec56ade897ad46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6692c50c04404" /><Relationship Type="http://schemas.openxmlformats.org/officeDocument/2006/relationships/image" Target="/ppt/media/image2.jpeg" Id="R93ee83a84782472c" /><Relationship Type="http://schemas.openxmlformats.org/officeDocument/2006/relationships/notesSlide" Target="/ppt/notesSlides/notesSlide2.xml" Id="Re3fe998fcab8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bfb98faf84aea" /><Relationship Type="http://schemas.openxmlformats.org/officeDocument/2006/relationships/image" Target="/ppt/media/image3.jpeg" Id="R861d346f20904e4b" /><Relationship Type="http://schemas.openxmlformats.org/officeDocument/2006/relationships/notesSlide" Target="/ppt/notesSlides/notesSlide3.xml" Id="R5056fd6ea2634f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ab8a01a3d4ed8" /><Relationship Type="http://schemas.openxmlformats.org/officeDocument/2006/relationships/image" Target="/ppt/media/image4.jpeg" Id="Rc11c03b9396e4106" /><Relationship Type="http://schemas.openxmlformats.org/officeDocument/2006/relationships/notesSlide" Target="/ppt/notesSlides/notesSlide4.xml" Id="Rc8897a9c398d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c2d3afd4b4f04" /><Relationship Type="http://schemas.openxmlformats.org/officeDocument/2006/relationships/image" Target="/ppt/media/image5.jpeg" Id="Rb9169943fc79434a" /><Relationship Type="http://schemas.openxmlformats.org/officeDocument/2006/relationships/notesSlide" Target="/ppt/notesSlides/notesSlide5.xml" Id="R5cc48f97e1cb4a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e05aba5d4f25" /><Relationship Type="http://schemas.openxmlformats.org/officeDocument/2006/relationships/image" Target="/ppt/media/image6.jpeg" Id="R5cfc32b90f884a2c" /><Relationship Type="http://schemas.openxmlformats.org/officeDocument/2006/relationships/notesSlide" Target="/ppt/notesSlides/notesSlide6.xml" Id="R580a14b1381b4e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6867d3ae4b5c" /><Relationship Type="http://schemas.openxmlformats.org/officeDocument/2006/relationships/image" Target="/ppt/media/image7.jpeg" Id="Rd91602a0703f4497" /><Relationship Type="http://schemas.openxmlformats.org/officeDocument/2006/relationships/notesSlide" Target="/ppt/notesSlides/notesSlide7.xml" Id="R103375ae7bb54a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7519878bc4979" /><Relationship Type="http://schemas.openxmlformats.org/officeDocument/2006/relationships/image" Target="/ppt/media/image8.jpeg" Id="Rc1daeaaa6eaf4f1f" /><Relationship Type="http://schemas.openxmlformats.org/officeDocument/2006/relationships/notesSlide" Target="/ppt/notesSlides/notesSlide8.xml" Id="Rcd7a8b7e32f4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a816b863e4e58" /><Relationship Type="http://schemas.openxmlformats.org/officeDocument/2006/relationships/image" Target="/ppt/media/image9.jpeg" Id="Re833582469b64ae3" /><Relationship Type="http://schemas.openxmlformats.org/officeDocument/2006/relationships/notesSlide" Target="/ppt/notesSlides/notesSlide9.xml" Id="Rce3ea609eef144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a787628941d2" /><Relationship Type="http://schemas.openxmlformats.org/officeDocument/2006/relationships/image" Target="/ppt/media/image10.jpeg" Id="R55040b779d304243" /><Relationship Type="http://schemas.openxmlformats.org/officeDocument/2006/relationships/notesSlide" Target="/ppt/notesSlides/notesSlide10.xml" Id="Ra68a5e34688d4a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7be79db0b4b45" /><Relationship Type="http://schemas.openxmlformats.org/officeDocument/2006/relationships/image" Target="/ppt/media/image11.jpeg" Id="R8257ded8ef6a433b" /><Relationship Type="http://schemas.openxmlformats.org/officeDocument/2006/relationships/notesSlide" Target="/ppt/notesSlides/notesSlide11.xml" Id="R55750f3e7bfb4c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71bce7e094d9c" /><Relationship Type="http://schemas.openxmlformats.org/officeDocument/2006/relationships/image" Target="/ppt/media/image12.jpeg" Id="R4488b094c7dd46da" /><Relationship Type="http://schemas.openxmlformats.org/officeDocument/2006/relationships/notesSlide" Target="/ppt/notesSlides/notesSlide12.xml" Id="R08c8f0ccf95c48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5ab3d1b004548" /><Relationship Type="http://schemas.openxmlformats.org/officeDocument/2006/relationships/image" Target="/ppt/media/image13.jpeg" Id="Re33700d5de3e4e77" /><Relationship Type="http://schemas.openxmlformats.org/officeDocument/2006/relationships/notesSlide" Target="/ppt/notesSlides/notesSlide13.xml" Id="R6bd2a9393a0647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1f21328df491a" /><Relationship Type="http://schemas.openxmlformats.org/officeDocument/2006/relationships/image" Target="/ppt/media/image.png" Id="Rdfbc1bd4bb8741ea" /><Relationship Type="http://schemas.openxmlformats.org/officeDocument/2006/relationships/notesSlide" Target="/ppt/notesSlides/notesSlide14.xml" Id="R9c526123bc504d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3DCAC6B-744D-4B36-A73D-7D5603C3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CODEX ORCHESTRATOR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CA5C49C-4C12-441E-A1AC-B2F7A316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192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15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Session Event UI demo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87173C0-FB0F-4E86-8887-3FE11FB6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A63"/>
                </a:solidFill>
                <a:latin typeface="Arial"/>
                <a:ea typeface="Arial"/>
                <a:cs typeface="Arial"/>
              </a:rPr>
              <a:t>A screen-by-screen tour of the current build</a:t>
            </a:r>
          </a:p>
        </p:txBody>
      </p:sp>
      <p:sp>
        <p:nvSpPr>
          <p:cNvPr id="4" name="cover-issue">
            <a:extLst xmlns:a="http://schemas.openxmlformats.org/drawingml/2006/main">
              <a:ext uri="{FF2B5EF4-FFF2-40B4-BE49-F238E27FC236}">
                <a16:creationId xmlns:a16="http://schemas.microsoft.com/office/drawing/2014/main" id="{B7231876-9708-4098-AAAC-B120969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381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5" name="cover-issue-text">
            <a:extLst xmlns:a="http://schemas.openxmlformats.org/drawingml/2006/main">
              <a:ext uri="{FF2B5EF4-FFF2-40B4-BE49-F238E27FC236}">
                <a16:creationId xmlns:a16="http://schemas.microsoft.com/office/drawing/2014/main" id="{F7FA8896-B35D-4CBD-A88D-2423B5A4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924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Also shown clearly: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the canvas was replaced by a list</a:t>
            </a:r>
          </a:p>
          <a:p xmlns:a="http://schemas.openxmlformats.org/drawingml/2006/main">
            <a:pPr>
              <a:defRPr sz="135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• Workflow instance creation is missing</a:t>
            </a:r>
          </a:p>
        </p:txBody>
      </p:sp>
      <p:sp>
        <p:nvSpPr>
          <p:cNvPr id="6" name="cover-frame">
            <a:extLst xmlns:a="http://schemas.openxmlformats.org/drawingml/2006/main">
              <a:ext uri="{FF2B5EF4-FFF2-40B4-BE49-F238E27FC236}">
                <a16:creationId xmlns:a16="http://schemas.microsoft.com/office/drawing/2014/main" id="{AA91F02A-6332-49FD-B2AC-85985D2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"/>
            <a:ext cx="58102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bdcc9c82045f2"/>
          <a:stretch xmlns:a="http://schemas.openxmlformats.org/drawingml/2006/main"/>
        </p:blipFill>
        <p:spPr>
          <a:xfrm xmlns:a="http://schemas.openxmlformats.org/drawingml/2006/main">
            <a:off x="5962650" y="590758"/>
            <a:ext cx="5695950" cy="3781009"/>
          </a:xfrm>
          <a:prstGeom xmlns:a="http://schemas.openxmlformats.org/drawingml/2006/main" prst="roundRect">
            <a:avLst>
              <a:gd name="adj" fmla="val 3023"/>
            </a:avLst>
          </a:prstGeom>
        </p:spPr>
      </p:pic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CFBB17EE-78D0-4BAC-84A4-8BB9908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F6A63"/>
                </a:solidFill>
                <a:latin typeface="Arial"/>
                <a:ea typeface="Arial"/>
                <a:cs typeface="Arial"/>
              </a:rPr>
              <a:t>14 slides · no provider request was sent</a:t>
            </a:r>
          </a:p>
        </p:txBody>
      </p:sp>
    </p:spTree>
    <p:extLst>
      <p:ext uri="{BB962C8B-B14F-4D97-AF65-F5344CB8AC3E}">
        <p14:creationId xmlns:p14="http://schemas.microsoft.com/office/powerpoint/2010/main" val="1117801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6442F446-9ADA-4382-832C-816BCDF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F47A508-D968-43A9-830F-F438A6B0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Profiles are now a separate screen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63232F14-71F8-438E-A963-A5598AE9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EA919B3A-20C5-467F-A14C-F5D07A9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F19F8D3E-82A5-48C0-A14A-76C3AB5E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FFE2205E-84B1-4E3C-A3F8-FD7C5EA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list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20A77942-2EED-4CA5-906D-C669F36D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a profile or add a new one.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CE4A17AF-4225-47D4-8C22-3477573D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64AD540-EC54-4F58-82B4-7C2CD7A9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844AD8DB-F4D3-48DD-A622-3471185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 details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D074114E-5DFC-4C2B-AAE0-886F39B8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Name, key, and short description stay together.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4C197239-E8E1-4708-82DE-CFAA62A6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2E2B7BF7-06BB-4129-9B20-A3E1A98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A1DC3389-FF11-462B-A4C9-BF8C693B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profile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39C5B340-7143-41D9-92FD-60F1C532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native runtime is shown as inherited and read-only.</a:t>
            </a:r>
          </a:p>
        </p:txBody>
      </p:sp>
      <p:sp>
        <p:nvSpPr>
          <p:cNvPr id="16" name="frame-01-capability-profile-overview.jpg">
            <a:extLst xmlns:a="http://schemas.openxmlformats.org/drawingml/2006/main">
              <a:ext uri="{FF2B5EF4-FFF2-40B4-BE49-F238E27FC236}">
                <a16:creationId xmlns:a16="http://schemas.microsoft.com/office/drawing/2014/main" id="{6E0462B1-06D8-47A0-A6DF-3BEAF81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e83a84782472c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250A5584-5063-44CC-BA64-C5E43DA8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0EF21D61-5493-4131-B897-2F2D5B63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585-236">
            <a:extLst xmlns:a="http://schemas.openxmlformats.org/drawingml/2006/main">
              <a:ext uri="{FF2B5EF4-FFF2-40B4-BE49-F238E27FC236}">
                <a16:creationId xmlns:a16="http://schemas.microsoft.com/office/drawing/2014/main" id="{08CA2AEC-145A-4675-9D27-59B2DB2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585-236">
            <a:extLst xmlns:a="http://schemas.openxmlformats.org/drawingml/2006/main">
              <a:ext uri="{FF2B5EF4-FFF2-40B4-BE49-F238E27FC236}">
                <a16:creationId xmlns:a16="http://schemas.microsoft.com/office/drawing/2014/main" id="{986816DD-C43A-46A7-8BE0-15EDB57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171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45-230">
            <a:extLst xmlns:a="http://schemas.openxmlformats.org/drawingml/2006/main">
              <a:ext uri="{FF2B5EF4-FFF2-40B4-BE49-F238E27FC236}">
                <a16:creationId xmlns:a16="http://schemas.microsoft.com/office/drawing/2014/main" id="{4CB79D9F-863C-453D-9E22-92B04ACB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57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45-230">
            <a:extLst xmlns:a="http://schemas.openxmlformats.org/drawingml/2006/main">
              <a:ext uri="{FF2B5EF4-FFF2-40B4-BE49-F238E27FC236}">
                <a16:creationId xmlns:a16="http://schemas.microsoft.com/office/drawing/2014/main" id="{000F2BA9-E835-4BF4-90A2-1C69AA7A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14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3-424">
            <a:extLst xmlns:a="http://schemas.openxmlformats.org/drawingml/2006/main">
              <a:ext uri="{FF2B5EF4-FFF2-40B4-BE49-F238E27FC236}">
                <a16:creationId xmlns:a16="http://schemas.microsoft.com/office/drawing/2014/main" id="{E24CC1D2-A293-4628-8143-C911477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3-424">
            <a:extLst xmlns:a="http://schemas.openxmlformats.org/drawingml/2006/main">
              <a:ext uri="{FF2B5EF4-FFF2-40B4-BE49-F238E27FC236}">
                <a16:creationId xmlns:a16="http://schemas.microsoft.com/office/drawing/2014/main" id="{AE9FE201-A554-401F-B85B-34C47D6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6767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3">
            <a:extLst xmlns:a="http://schemas.openxmlformats.org/drawingml/2006/main">
              <a:ext uri="{FF2B5EF4-FFF2-40B4-BE49-F238E27FC236}">
                <a16:creationId xmlns:a16="http://schemas.microsoft.com/office/drawing/2014/main" id="{FE1E80F3-115C-42C2-9660-AB906DA0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5E1829E-9F24-4235-9E01-A6547456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profile limits the choices from the runtime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8CA17B8B-8BB5-4A87-8CE2-DF7631FE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01917DFE-FA5F-4DCE-8F89-3DC12E8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B77973F6-8536-4F83-9BFF-F2D7CEB5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99744FF1-C07C-4C7A-804D-0795C0F6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7EBEB69-08CF-445B-8CDC-B44AF31F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models that nodes may use.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9CBB7FAC-55F6-443E-ABFE-1F0CFFF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FA6F22AB-CFE5-496F-A8FC-097F3075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A16FA2D0-861E-4FA0-9BA9-D29226B5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C252E0B5-BBF1-4A27-9D3F-7D19296C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Tick the reasoning levels that nodes may use.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37592C98-FF95-4322-BD51-7D26800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EE2ADD07-F148-4A5F-AF74-A7CA819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C3809D45-3B57-44E9-BB6A-1709815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01EB2BE4-660F-4C58-8854-A6EA47D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6" name="frame-02-capability-allowed-selections.jpg">
            <a:extLst xmlns:a="http://schemas.openxmlformats.org/drawingml/2006/main">
              <a:ext uri="{FF2B5EF4-FFF2-40B4-BE49-F238E27FC236}">
                <a16:creationId xmlns:a16="http://schemas.microsoft.com/office/drawing/2014/main" id="{B66B4CF5-0102-48B4-BA6C-6AFE2218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d346f20904e4b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F34BCA15-C6D3-4BA2-880A-CE71769E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8BCAC191-F375-45D5-85F9-BDE82B77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80-432">
            <a:extLst xmlns:a="http://schemas.openxmlformats.org/drawingml/2006/main">
              <a:ext uri="{FF2B5EF4-FFF2-40B4-BE49-F238E27FC236}">
                <a16:creationId xmlns:a16="http://schemas.microsoft.com/office/drawing/2014/main" id="{58520364-E848-4BF8-80A2-3F4ED704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80-432">
            <a:extLst xmlns:a="http://schemas.openxmlformats.org/drawingml/2006/main">
              <a:ext uri="{FF2B5EF4-FFF2-40B4-BE49-F238E27FC236}">
                <a16:creationId xmlns:a16="http://schemas.microsoft.com/office/drawing/2014/main" id="{AC1BFE2B-F1F5-4534-A0B6-80867A21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38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30-505">
            <a:extLst xmlns:a="http://schemas.openxmlformats.org/drawingml/2006/main">
              <a:ext uri="{FF2B5EF4-FFF2-40B4-BE49-F238E27FC236}">
                <a16:creationId xmlns:a16="http://schemas.microsoft.com/office/drawing/2014/main" id="{3D384A91-541A-4C3E-8F39-A67F243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7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30-505">
            <a:extLst xmlns:a="http://schemas.openxmlformats.org/drawingml/2006/main">
              <a:ext uri="{FF2B5EF4-FFF2-40B4-BE49-F238E27FC236}">
                <a16:creationId xmlns:a16="http://schemas.microsoft.com/office/drawing/2014/main" id="{7B62DE98-341E-45EB-90B3-13E1878F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733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10-592">
            <a:extLst xmlns:a="http://schemas.openxmlformats.org/drawingml/2006/main">
              <a:ext uri="{FF2B5EF4-FFF2-40B4-BE49-F238E27FC236}">
                <a16:creationId xmlns:a16="http://schemas.microsoft.com/office/drawing/2014/main" id="{C10075C1-CD33-4DD8-A614-D970B264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0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10-592">
            <a:extLst xmlns:a="http://schemas.openxmlformats.org/drawingml/2006/main">
              <a:ext uri="{FF2B5EF4-FFF2-40B4-BE49-F238E27FC236}">
                <a16:creationId xmlns:a16="http://schemas.microsoft.com/office/drawing/2014/main" id="{F27A2A83-5CDF-4B94-8D19-E6AB57B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56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531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0B497F40-18CE-4FA7-8156-B3B62BA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UI DEMO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9F6677C-DB12-4A8F-94AC-ED3330D3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Profiles can be saved or deleted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AB446A65-97F3-4CC8-B217-3E6660B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1A070F62-8E12-4C44-983F-B0688AA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C661E824-84F1-43EC-9607-ED8BB7F0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8CC89C5F-527F-44A9-B9FC-BA2291B8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23F92F0A-93B8-4E24-B572-41FDB97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Save writes the current profile changes.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915751F8-60A5-4BE7-8AAF-A8E0EB58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592E6EDE-2820-484C-81EB-80EA621C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B5C2DE04-71D8-4B2A-AA15-AB84E43F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598F4BC2-42AD-423E-B794-3987FBD4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Delete removes the selected profile.</a:t>
            </a:r>
          </a:p>
        </p:txBody>
      </p:sp>
      <p:sp>
        <p:nvSpPr>
          <p:cNvPr id="12" name="frame-12-capability-profile-save-and-delete.png">
            <a:extLst xmlns:a="http://schemas.openxmlformats.org/drawingml/2006/main">
              <a:ext uri="{FF2B5EF4-FFF2-40B4-BE49-F238E27FC236}">
                <a16:creationId xmlns:a16="http://schemas.microsoft.com/office/drawing/2014/main" id="{5E36D193-97D9-4ECA-BCF5-1879C11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c03b9396e4106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4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6AFFB781-2E00-4FE8-99B4-E6DF0387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5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1E4678C2-4BBD-47FE-9D09-4321C9E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16" name="marker-1-1139-594">
            <a:extLst xmlns:a="http://schemas.openxmlformats.org/drawingml/2006/main">
              <a:ext uri="{FF2B5EF4-FFF2-40B4-BE49-F238E27FC236}">
                <a16:creationId xmlns:a16="http://schemas.microsoft.com/office/drawing/2014/main" id="{ABB80BC5-E002-4450-98F8-BC54BC0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marker-number-1-1139-594">
            <a:extLst xmlns:a="http://schemas.openxmlformats.org/drawingml/2006/main">
              <a:ext uri="{FF2B5EF4-FFF2-40B4-BE49-F238E27FC236}">
                <a16:creationId xmlns:a16="http://schemas.microsoft.com/office/drawing/2014/main" id="{95A372ED-5D65-4CC2-B955-2EB0D0E3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marker-2-925-594">
            <a:extLst xmlns:a="http://schemas.openxmlformats.org/drawingml/2006/main">
              <a:ext uri="{FF2B5EF4-FFF2-40B4-BE49-F238E27FC236}">
                <a16:creationId xmlns:a16="http://schemas.microsoft.com/office/drawing/2014/main" id="{A6EFCCFC-C9DF-4BA7-901E-DC9C7724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524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marker-number-2-925-594">
            <a:extLst xmlns:a="http://schemas.openxmlformats.org/drawingml/2006/main">
              <a:ext uri="{FF2B5EF4-FFF2-40B4-BE49-F238E27FC236}">
                <a16:creationId xmlns:a16="http://schemas.microsoft.com/office/drawing/2014/main" id="{5D160807-430C-44EA-B3DC-ACE6AF6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5816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8251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5">
            <a:extLst xmlns:a="http://schemas.openxmlformats.org/drawingml/2006/main">
              <a:ext uri="{FF2B5EF4-FFF2-40B4-BE49-F238E27FC236}">
                <a16:creationId xmlns:a16="http://schemas.microsoft.com/office/drawing/2014/main" id="{B3215321-003A-42EA-AE3E-DA79DC5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8713D97-B2FA-42A6-8D5D-5A7E958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editing now opens as a node list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2986193B-1BA6-4341-8C40-71C3F619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0BDB09D7-82EA-4011-96AB-144AE741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A600BF87-FF75-4982-B8C1-CB67A8E6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67EF749A-A0A5-456B-B898-653949BB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Recipe details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96D032D3-735F-4027-86EA-F686B3DF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Workflow name and key are still editable.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E2955BE6-1983-4C23-8FF8-76E5CF46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DC4F20C1-D32B-4FA9-986A-C3E1616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71E0CDC4-21B3-4E64-ABDF-1A80ABDC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list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AB5A1755-F174-44B1-A36A-2DE12683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Nodes are selected from a list on the left.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46A2EC28-E7CA-4E70-9E71-B13F2D5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269B6CA6-7AB7-41AA-93F5-77A2DB64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5C15E58E-09FE-4B89-A6C8-AC6AE4DC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form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73AF3036-8061-4C63-B9A3-4E13843C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selected node opens as a form on the right.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D30A3F2D-550B-44EA-A260-7539FDA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42D9E870-0365-4C04-9FFB-BEA86605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this list replaced the old flow canvas. The canvas should return.</a:t>
            </a:r>
          </a:p>
        </p:txBody>
      </p:sp>
      <p:sp>
        <p:nvSpPr>
          <p:cNvPr id="18" name="frame-03-workflow-node-profile.jpg">
            <a:extLst xmlns:a="http://schemas.openxmlformats.org/drawingml/2006/main">
              <a:ext uri="{FF2B5EF4-FFF2-40B4-BE49-F238E27FC236}">
                <a16:creationId xmlns:a16="http://schemas.microsoft.com/office/drawing/2014/main" id="{5FD73A5A-2A9D-462B-8B0B-D95F1501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69943fc79434a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4D4FD898-8AEF-4786-8E44-0D4FE1B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EBF1BE31-5A13-4905-B9F1-51D0A063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2" name="marker-1-915-192">
            <a:extLst xmlns:a="http://schemas.openxmlformats.org/drawingml/2006/main">
              <a:ext uri="{FF2B5EF4-FFF2-40B4-BE49-F238E27FC236}">
                <a16:creationId xmlns:a16="http://schemas.microsoft.com/office/drawing/2014/main" id="{719DC5FE-D8D0-4978-8B88-D71C4586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915-192">
            <a:extLst xmlns:a="http://schemas.openxmlformats.org/drawingml/2006/main">
              <a:ext uri="{FF2B5EF4-FFF2-40B4-BE49-F238E27FC236}">
                <a16:creationId xmlns:a16="http://schemas.microsoft.com/office/drawing/2014/main" id="{DC992BEB-F94F-4D29-BCA1-8F2572A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526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594-331">
            <a:extLst xmlns:a="http://schemas.openxmlformats.org/drawingml/2006/main">
              <a:ext uri="{FF2B5EF4-FFF2-40B4-BE49-F238E27FC236}">
                <a16:creationId xmlns:a16="http://schemas.microsoft.com/office/drawing/2014/main" id="{2EE2C831-55ED-414D-9373-69844AF9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594-331">
            <a:extLst xmlns:a="http://schemas.openxmlformats.org/drawingml/2006/main">
              <a:ext uri="{FF2B5EF4-FFF2-40B4-BE49-F238E27FC236}">
                <a16:creationId xmlns:a16="http://schemas.microsoft.com/office/drawing/2014/main" id="{8EF69445-7166-47DB-8D95-B6FDC08E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927-335">
            <a:extLst xmlns:a="http://schemas.openxmlformats.org/drawingml/2006/main">
              <a:ext uri="{FF2B5EF4-FFF2-40B4-BE49-F238E27FC236}">
                <a16:creationId xmlns:a16="http://schemas.microsoft.com/office/drawing/2014/main" id="{C58BFADC-3666-4115-BB5C-33176A5A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57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927-335">
            <a:extLst xmlns:a="http://schemas.openxmlformats.org/drawingml/2006/main">
              <a:ext uri="{FF2B5EF4-FFF2-40B4-BE49-F238E27FC236}">
                <a16:creationId xmlns:a16="http://schemas.microsoft.com/office/drawing/2014/main" id="{9C05C20B-A307-4412-BA3E-D18B499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146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marker-!-688-331">
            <a:extLst xmlns:a="http://schemas.openxmlformats.org/drawingml/2006/main">
              <a:ext uri="{FF2B5EF4-FFF2-40B4-BE49-F238E27FC236}">
                <a16:creationId xmlns:a16="http://schemas.microsoft.com/office/drawing/2014/main" id="{7BBF80B3-5C53-4FF5-ADC6-08C33AE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35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marker-number-!-688-331">
            <a:extLst xmlns:a="http://schemas.openxmlformats.org/drawingml/2006/main">
              <a:ext uri="{FF2B5EF4-FFF2-40B4-BE49-F238E27FC236}">
                <a16:creationId xmlns:a16="http://schemas.microsoft.com/office/drawing/2014/main" id="{C69D1AC7-0DD6-4223-BB0B-04D166A4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16792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6">
            <a:extLst xmlns:a="http://schemas.openxmlformats.org/drawingml/2006/main">
              <a:ext uri="{FF2B5EF4-FFF2-40B4-BE49-F238E27FC236}">
                <a16:creationId xmlns:a16="http://schemas.microsoft.com/office/drawing/2014/main" id="{58EA97DE-34B8-4126-9361-BAC403D6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1D0456A-D621-42C9-97DE-3F77A24E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setup can be copied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7C02CAD2-EDAD-4255-9744-5ED54DF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AE20D9CF-EA95-4B8F-957D-2020E409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D5AC7640-B6D2-4238-BBCD-2A81A92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53CE0F0E-930A-4C45-9829-6EBDE81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Independent copy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C893A224-7AF3-4C47-85A5-CE9ADD51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copy becomes separate node state.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9751AF6B-9D86-4650-9702-562CA857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379B9F4B-DD6D-4DC3-B20F-741C1B97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1B7709EB-83F2-4ABC-90AB-7245466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node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65015842-22E8-4987-8BB2-B4C79102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Pick an existing node as the source.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E3AD10B3-5D63-48C2-9EAD-9529C6FD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C2412362-A0D3-4F99-BE84-53C796E3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7A916534-1688-4983-BDDE-45D64C15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Copy button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D1C209E5-D8E4-4383-8E76-77DB7C61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Copy its settings into the current node.</a:t>
            </a:r>
          </a:p>
        </p:txBody>
      </p:sp>
      <p:sp>
        <p:nvSpPr>
          <p:cNvPr id="16" name="frame-11-copy-node-configuration.png">
            <a:extLst xmlns:a="http://schemas.openxmlformats.org/drawingml/2006/main">
              <a:ext uri="{FF2B5EF4-FFF2-40B4-BE49-F238E27FC236}">
                <a16:creationId xmlns:a16="http://schemas.microsoft.com/office/drawing/2014/main" id="{690955A3-D4C1-4729-8D40-120A84FE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c32b90f884a2c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4F139412-3975-4D3D-B075-8C2F0590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E8415775-165D-483D-92AD-4D8173F3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000-430">
            <a:extLst xmlns:a="http://schemas.openxmlformats.org/drawingml/2006/main">
              <a:ext uri="{FF2B5EF4-FFF2-40B4-BE49-F238E27FC236}">
                <a16:creationId xmlns:a16="http://schemas.microsoft.com/office/drawing/2014/main" id="{F19D4981-E0DE-454F-8B1C-8ADF3600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000-430">
            <a:extLst xmlns:a="http://schemas.openxmlformats.org/drawingml/2006/main">
              <a:ext uri="{FF2B5EF4-FFF2-40B4-BE49-F238E27FC236}">
                <a16:creationId xmlns:a16="http://schemas.microsoft.com/office/drawing/2014/main" id="{60EDD10F-2FA1-43BB-B2AB-46EDE14C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19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30-493">
            <a:extLst xmlns:a="http://schemas.openxmlformats.org/drawingml/2006/main">
              <a:ext uri="{FF2B5EF4-FFF2-40B4-BE49-F238E27FC236}">
                <a16:creationId xmlns:a16="http://schemas.microsoft.com/office/drawing/2014/main" id="{FC371C51-1D4C-4CF6-A04D-86BF29FC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30-493">
            <a:extLst xmlns:a="http://schemas.openxmlformats.org/drawingml/2006/main">
              <a:ext uri="{FF2B5EF4-FFF2-40B4-BE49-F238E27FC236}">
                <a16:creationId xmlns:a16="http://schemas.microsoft.com/office/drawing/2014/main" id="{735F93D4-03AB-4071-BF77-4421E168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60-493">
            <a:extLst xmlns:a="http://schemas.openxmlformats.org/drawingml/2006/main">
              <a:ext uri="{FF2B5EF4-FFF2-40B4-BE49-F238E27FC236}">
                <a16:creationId xmlns:a16="http://schemas.microsoft.com/office/drawing/2014/main" id="{C2C32487-6863-4156-A761-275F668F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60-493">
            <a:extLst xmlns:a="http://schemas.openxmlformats.org/drawingml/2006/main">
              <a:ext uri="{FF2B5EF4-FFF2-40B4-BE49-F238E27FC236}">
                <a16:creationId xmlns:a16="http://schemas.microsoft.com/office/drawing/2014/main" id="{8386A709-E5E2-49B2-ADD9-EFCC79D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6196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5797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E0954C7F-3039-4236-8E18-45BBB46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6AE868F-53DE-45FD-8D9B-1D07374D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node sets defaults and limits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85CC41EC-FB23-47C9-BC00-9FDCB7B7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D3884FD1-1AEC-46FF-A34C-D026C13F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7420C5B1-344E-47C3-AA4B-7EDA270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8F6999F6-F052-436C-A431-3FD1DE31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79A249D2-6C6E-4C20-9545-CD90AFDB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Models and reasoning stay within the chosen Capability Profile.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D0669C99-2BE3-4733-8860-6904CC68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D29FCD42-3FB3-4E59-B18B-A129EE4F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0B47C7D4-B701-438D-B32B-841789B8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Inherited items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C139F96D-70E5-4CCC-A698-54A9CC0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MCP tools and skills are visible but locked in this build.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D60D3901-F22F-4061-8DFB-8D7EFBA0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9DD19C0C-CAAD-4AC5-977D-8A38281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FCDA6CB4-4AA2-40BE-BC39-868C6B70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Defaults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D8AFE994-607C-469A-9AE4-AD24A321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node sets the model, reasoning, and sandbox used by Workflow messages.</a:t>
            </a:r>
          </a:p>
        </p:txBody>
      </p:sp>
      <p:sp>
        <p:nvSpPr>
          <p:cNvPr id="16" name="frame-04-node-restrictions-and-defaults.jpg">
            <a:extLst xmlns:a="http://schemas.openxmlformats.org/drawingml/2006/main">
              <a:ext uri="{FF2B5EF4-FFF2-40B4-BE49-F238E27FC236}">
                <a16:creationId xmlns:a16="http://schemas.microsoft.com/office/drawing/2014/main" id="{54AB05D6-BDC0-4639-9169-6C2ED20F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602a0703f4497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0F4297D6-8B54-4656-8BBD-89337C6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74980333-5F64-420F-AC9A-34DF962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780-263">
            <a:extLst xmlns:a="http://schemas.openxmlformats.org/drawingml/2006/main">
              <a:ext uri="{FF2B5EF4-FFF2-40B4-BE49-F238E27FC236}">
                <a16:creationId xmlns:a16="http://schemas.microsoft.com/office/drawing/2014/main" id="{ED3DE133-C4F8-4B6A-8FAE-AD5B83CF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71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263">
            <a:extLst xmlns:a="http://schemas.openxmlformats.org/drawingml/2006/main">
              <a:ext uri="{FF2B5EF4-FFF2-40B4-BE49-F238E27FC236}">
                <a16:creationId xmlns:a16="http://schemas.microsoft.com/office/drawing/2014/main" id="{F6C4253A-4E09-443F-9F45-6B696BE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20-353">
            <a:extLst xmlns:a="http://schemas.openxmlformats.org/drawingml/2006/main">
              <a:ext uri="{FF2B5EF4-FFF2-40B4-BE49-F238E27FC236}">
                <a16:creationId xmlns:a16="http://schemas.microsoft.com/office/drawing/2014/main" id="{CD6432E0-97F7-418D-8820-D06CD014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20-353">
            <a:extLst xmlns:a="http://schemas.openxmlformats.org/drawingml/2006/main">
              <a:ext uri="{FF2B5EF4-FFF2-40B4-BE49-F238E27FC236}">
                <a16:creationId xmlns:a16="http://schemas.microsoft.com/office/drawing/2014/main" id="{CF17FED1-72B7-4CA8-8F12-100CCC8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861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976-539">
            <a:extLst xmlns:a="http://schemas.openxmlformats.org/drawingml/2006/main">
              <a:ext uri="{FF2B5EF4-FFF2-40B4-BE49-F238E27FC236}">
                <a16:creationId xmlns:a16="http://schemas.microsoft.com/office/drawing/2014/main" id="{628A0BC0-198C-498A-95AA-954CC7B8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00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976-539">
            <a:extLst xmlns:a="http://schemas.openxmlformats.org/drawingml/2006/main">
              <a:ext uri="{FF2B5EF4-FFF2-40B4-BE49-F238E27FC236}">
                <a16:creationId xmlns:a16="http://schemas.microsoft.com/office/drawing/2014/main" id="{069A6998-57B5-4A08-AF91-066F1EC9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577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542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8">
            <a:extLst xmlns:a="http://schemas.openxmlformats.org/drawingml/2006/main">
              <a:ext uri="{FF2B5EF4-FFF2-40B4-BE49-F238E27FC236}">
                <a16:creationId xmlns:a16="http://schemas.microsoft.com/office/drawing/2014/main" id="{E3C4CA4E-7E4D-45B9-8D4A-2F16C5BB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6B28FE3D-839D-4C24-A339-61CCA382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defines an event trigger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439FD988-86D9-48F8-95D4-80660034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A0AD7F93-93FD-43C9-A5FE-5E87B53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84FF9FB1-6839-46D8-B303-AC1D1B0A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AE40C774-70F2-4389-B7CA-68CE340C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From and to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E72C6283-11CE-4A36-A126-83BAEF20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connection names its source and destination nodes.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B277C3DD-533D-409F-A955-14E5BF6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FE047BA-8DF6-4581-8B30-EEB76514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D5C99478-3827-450F-B99C-7949A11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01802BA4-DD9B-461F-AB25-E3E173EC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Choose what starts the event.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E187F05A-5A10-4529-85F5-36A3C23E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58467223-37DD-4057-824F-42D2954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8059EACC-4D70-4A99-ABFF-90DB0568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order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747E32C4-85B0-426E-B73D-A20ADA7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prompt sources are listed in delivery order.</a:t>
            </a:r>
          </a:p>
        </p:txBody>
      </p:sp>
      <p:sp>
        <p:nvSpPr>
          <p:cNvPr id="16" name="frame-05-connection-trigger-and-prompt.jpg">
            <a:extLst xmlns:a="http://schemas.openxmlformats.org/drawingml/2006/main">
              <a:ext uri="{FF2B5EF4-FFF2-40B4-BE49-F238E27FC236}">
                <a16:creationId xmlns:a16="http://schemas.microsoft.com/office/drawing/2014/main" id="{7F4649E9-53AE-4FCF-B77E-BA1C1462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aeaaa6eaf4f1f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9FA0056F-0FD7-4FCE-A38F-035A4691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C11DB9E7-C3B9-4C58-ACF4-56418A8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1180-387">
            <a:extLst xmlns:a="http://schemas.openxmlformats.org/drawingml/2006/main">
              <a:ext uri="{FF2B5EF4-FFF2-40B4-BE49-F238E27FC236}">
                <a16:creationId xmlns:a16="http://schemas.microsoft.com/office/drawing/2014/main" id="{70C31B2C-9D79-4BD3-BAC3-7D39E8B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52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1180-387">
            <a:extLst xmlns:a="http://schemas.openxmlformats.org/drawingml/2006/main">
              <a:ext uri="{FF2B5EF4-FFF2-40B4-BE49-F238E27FC236}">
                <a16:creationId xmlns:a16="http://schemas.microsoft.com/office/drawing/2014/main" id="{4AAF77A6-C791-4CE4-BAF8-7AA51541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6099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158-476">
            <a:extLst xmlns:a="http://schemas.openxmlformats.org/drawingml/2006/main">
              <a:ext uri="{FF2B5EF4-FFF2-40B4-BE49-F238E27FC236}">
                <a16:creationId xmlns:a16="http://schemas.microsoft.com/office/drawing/2014/main" id="{6F40B6B6-B6C1-4F7B-81ED-CBE67FC4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158-476">
            <a:extLst xmlns:a="http://schemas.openxmlformats.org/drawingml/2006/main">
              <a:ext uri="{FF2B5EF4-FFF2-40B4-BE49-F238E27FC236}">
                <a16:creationId xmlns:a16="http://schemas.microsoft.com/office/drawing/2014/main" id="{F4D873C7-D22E-477F-9B6A-7D4243E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577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30-625">
            <a:extLst xmlns:a="http://schemas.openxmlformats.org/drawingml/2006/main">
              <a:ext uri="{FF2B5EF4-FFF2-40B4-BE49-F238E27FC236}">
                <a16:creationId xmlns:a16="http://schemas.microsoft.com/office/drawing/2014/main" id="{420DF379-4392-4CE9-B042-8CA694F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1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30-625">
            <a:extLst xmlns:a="http://schemas.openxmlformats.org/drawingml/2006/main">
              <a:ext uri="{FF2B5EF4-FFF2-40B4-BE49-F238E27FC236}">
                <a16:creationId xmlns:a16="http://schemas.microsoft.com/office/drawing/2014/main" id="{2C3BEB13-EE31-423B-AADC-C686191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87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6289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9">
            <a:extLst xmlns:a="http://schemas.openxmlformats.org/drawingml/2006/main">
              <a:ext uri="{FF2B5EF4-FFF2-40B4-BE49-F238E27FC236}">
                <a16:creationId xmlns:a16="http://schemas.microsoft.com/office/drawing/2014/main" id="{9DACE962-3AF2-4846-A4D5-0293E4E4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WORKFLOW EDITOR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890215A-D1F7-4138-A411-DCFF670A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 connection builds the prompt and finds Sessions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B351CCCC-3C66-47AA-967E-C0A3728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88735996-1349-477C-B1AB-EF0A62C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352528C3-C5BE-434A-A759-5F99140B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EE5E0DAB-97D1-4EFC-A097-A7478FF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Prompt sources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EE484F02-7D9C-4C78-AABE-FD22F500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Connection text, MCP values, file name, and node prompt can be combined.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688C18B1-E5B5-4D86-9EC6-3373356C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7E56FC6-92A1-4D23-8A40-EFBA099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B295F26F-E2D9-4866-80B6-BD8475CF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Target rules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DD25960A-E707-4166-8828-0D98DDDC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Find Sessions by node and relation, then choose first, all, or newest.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9CD370F7-F3DE-40C4-8025-AFCAC8A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CD389D4F-6643-4244-B145-5AA8AC19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0B4B647E-4EE0-4A1A-86A0-0979C057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Create if missing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2817B76C-F08C-4239-AA66-A0C41289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event may create a Session when no match exists.</a:t>
            </a:r>
          </a:p>
        </p:txBody>
      </p:sp>
      <p:sp>
        <p:nvSpPr>
          <p:cNvPr id="16" name="frame-06-connection-prompt-and-target.jpg">
            <a:extLst xmlns:a="http://schemas.openxmlformats.org/drawingml/2006/main">
              <a:ext uri="{FF2B5EF4-FFF2-40B4-BE49-F238E27FC236}">
                <a16:creationId xmlns:a16="http://schemas.microsoft.com/office/drawing/2014/main" id="{2B13014C-D77E-411A-AB66-7B217AA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3582469b64ae3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LIVE DEMO-144">
            <a:extLst xmlns:a="http://schemas.openxmlformats.org/drawingml/2006/main">
              <a:ext uri="{FF2B5EF4-FFF2-40B4-BE49-F238E27FC236}">
                <a16:creationId xmlns:a16="http://schemas.microsoft.com/office/drawing/2014/main" id="{1E27116C-F01D-4A58-A82F-4B6E091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47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19" name="label-text-LIVE DEMO-144">
            <a:extLst xmlns:a="http://schemas.openxmlformats.org/drawingml/2006/main">
              <a:ext uri="{FF2B5EF4-FFF2-40B4-BE49-F238E27FC236}">
                <a16:creationId xmlns:a16="http://schemas.microsoft.com/office/drawing/2014/main" id="{638FBBA5-2BB8-4822-9B78-BD3FB1C9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57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0" name="marker-1-811-248">
            <a:extLst xmlns:a="http://schemas.openxmlformats.org/drawingml/2006/main">
              <a:ext uri="{FF2B5EF4-FFF2-40B4-BE49-F238E27FC236}">
                <a16:creationId xmlns:a16="http://schemas.microsoft.com/office/drawing/2014/main" id="{D4FD15B8-9523-491F-B87C-913D0E8B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2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11-248">
            <a:extLst xmlns:a="http://schemas.openxmlformats.org/drawingml/2006/main">
              <a:ext uri="{FF2B5EF4-FFF2-40B4-BE49-F238E27FC236}">
                <a16:creationId xmlns:a16="http://schemas.microsoft.com/office/drawing/2014/main" id="{8FE0A7D0-FEE1-4097-B7E7-8A532C3D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2860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60-425">
            <a:extLst xmlns:a="http://schemas.openxmlformats.org/drawingml/2006/main">
              <a:ext uri="{FF2B5EF4-FFF2-40B4-BE49-F238E27FC236}">
                <a16:creationId xmlns:a16="http://schemas.microsoft.com/office/drawing/2014/main" id="{075E1A36-2E37-4792-BAF9-14CF0DD1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60-425">
            <a:extLst xmlns:a="http://schemas.openxmlformats.org/drawingml/2006/main">
              <a:ext uri="{FF2B5EF4-FFF2-40B4-BE49-F238E27FC236}">
                <a16:creationId xmlns:a16="http://schemas.microsoft.com/office/drawing/2014/main" id="{42E3FEB5-ACBC-4E2D-A3DF-F2D9A37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95-560">
            <a:extLst xmlns:a="http://schemas.openxmlformats.org/drawingml/2006/main">
              <a:ext uri="{FF2B5EF4-FFF2-40B4-BE49-F238E27FC236}">
                <a16:creationId xmlns:a16="http://schemas.microsoft.com/office/drawing/2014/main" id="{763AFD89-1A3B-4A20-AB69-05AD1C39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00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95-560">
            <a:extLst xmlns:a="http://schemas.openxmlformats.org/drawingml/2006/main">
              <a:ext uri="{FF2B5EF4-FFF2-40B4-BE49-F238E27FC236}">
                <a16:creationId xmlns:a16="http://schemas.microsoft.com/office/drawing/2014/main" id="{0E4E82E2-D62D-4894-8F73-F40BD2F9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257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3494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10">
            <a:extLst xmlns:a="http://schemas.openxmlformats.org/drawingml/2006/main">
              <a:ext uri="{FF2B5EF4-FFF2-40B4-BE49-F238E27FC236}">
                <a16:creationId xmlns:a16="http://schemas.microsoft.com/office/drawing/2014/main" id="{9269E054-906E-4622-A1D2-6ABB057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COMPILE AND RUN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CBF0B08-5EF2-46B4-8591-658A5AA6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 builds Session Events for a run</a:t>
            </a:r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B7804DC5-4AD4-4D34-AA69-8A3ADA2C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allout-circle-1-126">
            <a:extLst xmlns:a="http://schemas.openxmlformats.org/drawingml/2006/main">
              <a:ext uri="{FF2B5EF4-FFF2-40B4-BE49-F238E27FC236}">
                <a16:creationId xmlns:a16="http://schemas.microsoft.com/office/drawing/2014/main" id="{C36C3FB0-E768-4829-956B-D02579D8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26">
            <a:extLst xmlns:a="http://schemas.openxmlformats.org/drawingml/2006/main">
              <a:ext uri="{FF2B5EF4-FFF2-40B4-BE49-F238E27FC236}">
                <a16:creationId xmlns:a16="http://schemas.microsoft.com/office/drawing/2014/main" id="{DB09782B-A007-49C7-8FEB-24CAB4D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26">
            <a:extLst xmlns:a="http://schemas.openxmlformats.org/drawingml/2006/main">
              <a:ext uri="{FF2B5EF4-FFF2-40B4-BE49-F238E27FC236}">
                <a16:creationId xmlns:a16="http://schemas.microsoft.com/office/drawing/2014/main" id="{587702E8-CB90-423A-BBFB-504919E3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Instance ID</a:t>
            </a:r>
          </a:p>
        </p:txBody>
      </p:sp>
      <p:sp>
        <p:nvSpPr>
          <p:cNvPr id="7" name="callout-body-1-126">
            <a:extLst xmlns:a="http://schemas.openxmlformats.org/drawingml/2006/main">
              <a:ext uri="{FF2B5EF4-FFF2-40B4-BE49-F238E27FC236}">
                <a16:creationId xmlns:a16="http://schemas.microsoft.com/office/drawing/2014/main" id="{49C969F9-8C9D-4601-A8DA-488BFD92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typed ID is used to scope the compiled event.</a:t>
            </a:r>
          </a:p>
        </p:txBody>
      </p:sp>
      <p:sp>
        <p:nvSpPr>
          <p:cNvPr id="8" name="callout-circle-2-230">
            <a:extLst xmlns:a="http://schemas.openxmlformats.org/drawingml/2006/main">
              <a:ext uri="{FF2B5EF4-FFF2-40B4-BE49-F238E27FC236}">
                <a16:creationId xmlns:a16="http://schemas.microsoft.com/office/drawing/2014/main" id="{5BBDA18A-C338-45D5-AF5B-D6B8C37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0">
            <a:extLst xmlns:a="http://schemas.openxmlformats.org/drawingml/2006/main">
              <a:ext uri="{FF2B5EF4-FFF2-40B4-BE49-F238E27FC236}">
                <a16:creationId xmlns:a16="http://schemas.microsoft.com/office/drawing/2014/main" id="{FF53B99A-DE9F-4464-B105-4F6F5E4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0">
            <a:extLst xmlns:a="http://schemas.openxmlformats.org/drawingml/2006/main">
              <a:ext uri="{FF2B5EF4-FFF2-40B4-BE49-F238E27FC236}">
                <a16:creationId xmlns:a16="http://schemas.microsoft.com/office/drawing/2014/main" id="{BBA68AE9-A406-4F34-AC38-9DEEAF21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1" name="callout-body-2-230">
            <a:extLst xmlns:a="http://schemas.openxmlformats.org/drawingml/2006/main">
              <a:ext uri="{FF2B5EF4-FFF2-40B4-BE49-F238E27FC236}">
                <a16:creationId xmlns:a16="http://schemas.microsoft.com/office/drawing/2014/main" id="{5FF56DA5-D373-487C-95B7-18822877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Compile shows the event definitions before they run.</a:t>
            </a:r>
          </a:p>
        </p:txBody>
      </p:sp>
      <p:sp>
        <p:nvSpPr>
          <p:cNvPr id="12" name="callout-circle-3-334">
            <a:extLst xmlns:a="http://schemas.openxmlformats.org/drawingml/2006/main">
              <a:ext uri="{FF2B5EF4-FFF2-40B4-BE49-F238E27FC236}">
                <a16:creationId xmlns:a16="http://schemas.microsoft.com/office/drawing/2014/main" id="{4D4E8B33-E1F4-4A17-A8F3-F9DA35C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34">
            <a:extLst xmlns:a="http://schemas.openxmlformats.org/drawingml/2006/main">
              <a:ext uri="{FF2B5EF4-FFF2-40B4-BE49-F238E27FC236}">
                <a16:creationId xmlns:a16="http://schemas.microsoft.com/office/drawing/2014/main" id="{7D6F22C0-A016-4A4B-881C-31380673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34">
            <a:extLst xmlns:a="http://schemas.openxmlformats.org/drawingml/2006/main">
              <a:ext uri="{FF2B5EF4-FFF2-40B4-BE49-F238E27FC236}">
                <a16:creationId xmlns:a16="http://schemas.microsoft.com/office/drawing/2014/main" id="{D2361E9C-6663-443D-ABF0-8C4C5C4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Staged request</a:t>
            </a:r>
          </a:p>
        </p:txBody>
      </p:sp>
      <p:sp>
        <p:nvSpPr>
          <p:cNvPr id="15" name="callout-body-3-334">
            <a:extLst xmlns:a="http://schemas.openxmlformats.org/drawingml/2006/main">
              <a:ext uri="{FF2B5EF4-FFF2-40B4-BE49-F238E27FC236}">
                <a16:creationId xmlns:a16="http://schemas.microsoft.com/office/drawing/2014/main" id="{0178A6E4-B600-49D6-A500-6FE130F9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user-triggered event can be prepared without sending it.</a:t>
            </a:r>
          </a:p>
        </p:txBody>
      </p:sp>
      <p:sp>
        <p:nvSpPr>
          <p:cNvPr id="16" name="issue-548">
            <a:extLst xmlns:a="http://schemas.openxmlformats.org/drawingml/2006/main">
              <a:ext uri="{FF2B5EF4-FFF2-40B4-BE49-F238E27FC236}">
                <a16:creationId xmlns:a16="http://schemas.microsoft.com/office/drawing/2014/main" id="{08CA44EF-B69F-4BD5-929D-09416270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5623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EDEA"/>
          </a:solidFill>
          <a:ln xmlns:a="http://schemas.openxmlformats.org/drawingml/2006/main" w="9525">
            <a:solidFill>
              <a:srgbClr val="E4A099"/>
            </a:solidFill>
            <a:prstDash val="solid"/>
          </a:ln>
        </p:spPr>
      </p:sp>
      <p:sp>
        <p:nvSpPr>
          <p:cNvPr id="17" name="issue-text-548">
            <a:extLst xmlns:a="http://schemas.openxmlformats.org/drawingml/2006/main">
              <a:ext uri="{FF2B5EF4-FFF2-40B4-BE49-F238E27FC236}">
                <a16:creationId xmlns:a16="http://schemas.microsoft.com/office/drawing/2014/main" id="{DB384A2B-028A-417D-B1BE-67FA7CDE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62575"/>
            <a:ext cx="321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35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352A"/>
                </a:solidFill>
                <a:latin typeface="Arial"/>
                <a:ea typeface="Arial"/>
                <a:cs typeface="Arial"/>
              </a:rPr>
              <a:t>Known problem: the old instance list and Create Workflow instance flow are missing. A typed ID is not a replacement.</a:t>
            </a:r>
          </a:p>
        </p:txBody>
      </p:sp>
      <p:sp>
        <p:nvSpPr>
          <p:cNvPr id="18" name="frame-07-compile-and-run.jpg">
            <a:extLst xmlns:a="http://schemas.openxmlformats.org/drawingml/2006/main">
              <a:ext uri="{FF2B5EF4-FFF2-40B4-BE49-F238E27FC236}">
                <a16:creationId xmlns:a16="http://schemas.microsoft.com/office/drawing/2014/main" id="{E8694CC3-93F6-4F5B-8CA5-2037FEA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40b779d304243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0" name="label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5439345D-E418-411D-8AF5-29929978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1144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B7CDBD"/>
            </a:solidFill>
            <a:prstDash val="solid"/>
          </a:ln>
        </p:spPr>
      </p:sp>
      <p:sp>
        <p:nvSpPr>
          <p:cNvPr id="21" name="label-text-LIVE · NOT SENT-144">
            <a:extLst xmlns:a="http://schemas.openxmlformats.org/drawingml/2006/main">
              <a:ext uri="{FF2B5EF4-FFF2-40B4-BE49-F238E27FC236}">
                <a16:creationId xmlns:a16="http://schemas.microsoft.com/office/drawing/2014/main" id="{636C7308-C893-4B87-9E39-99F0FAA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923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LIVE · NOT SENT</a:t>
            </a:r>
          </a:p>
        </p:txBody>
      </p:sp>
      <p:sp>
        <p:nvSpPr>
          <p:cNvPr id="22" name="marker-1-1060-374">
            <a:extLst xmlns:a="http://schemas.openxmlformats.org/drawingml/2006/main">
              <a:ext uri="{FF2B5EF4-FFF2-40B4-BE49-F238E27FC236}">
                <a16:creationId xmlns:a16="http://schemas.microsoft.com/office/drawing/2014/main" id="{B3BCC6FD-A9C1-4B10-B3BF-D080398F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1-1060-374">
            <a:extLst xmlns:a="http://schemas.openxmlformats.org/drawingml/2006/main">
              <a:ext uri="{FF2B5EF4-FFF2-40B4-BE49-F238E27FC236}">
                <a16:creationId xmlns:a16="http://schemas.microsoft.com/office/drawing/2014/main" id="{0C150BE2-E781-4460-A84A-BDEE138C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marker-2-1060-402">
            <a:extLst xmlns:a="http://schemas.openxmlformats.org/drawingml/2006/main">
              <a:ext uri="{FF2B5EF4-FFF2-40B4-BE49-F238E27FC236}">
                <a16:creationId xmlns:a16="http://schemas.microsoft.com/office/drawing/2014/main" id="{DD4B955B-FF90-4BD1-8545-0ECA023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2-1060-402">
            <a:extLst xmlns:a="http://schemas.openxmlformats.org/drawingml/2006/main">
              <a:ext uri="{FF2B5EF4-FFF2-40B4-BE49-F238E27FC236}">
                <a16:creationId xmlns:a16="http://schemas.microsoft.com/office/drawing/2014/main" id="{F1FE037E-0CC3-4037-97E0-44D73304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528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marker-3-1000-530">
            <a:extLst xmlns:a="http://schemas.openxmlformats.org/drawingml/2006/main">
              <a:ext uri="{FF2B5EF4-FFF2-40B4-BE49-F238E27FC236}">
                <a16:creationId xmlns:a16="http://schemas.microsoft.com/office/drawing/2014/main" id="{A5DBEDFF-E689-4077-AF3A-3CCAB82F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marker-number-3-1000-530">
            <a:extLst xmlns:a="http://schemas.openxmlformats.org/drawingml/2006/main">
              <a:ext uri="{FF2B5EF4-FFF2-40B4-BE49-F238E27FC236}">
                <a16:creationId xmlns:a16="http://schemas.microsoft.com/office/drawing/2014/main" id="{3CE76200-389C-4D65-8BF4-D966EEC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720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03235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1">
            <a:extLst xmlns:a="http://schemas.openxmlformats.org/drawingml/2006/main">
              <a:ext uri="{FF2B5EF4-FFF2-40B4-BE49-F238E27FC236}">
                <a16:creationId xmlns:a16="http://schemas.microsoft.com/office/drawing/2014/main" id="{71D5DF97-4922-4636-9EA2-933118E3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816781B-99D6-45AF-8DA1-9F375E4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Each Session shows its pinned profile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D46892E2-606B-4C39-A6DC-8DF976C8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46FC84E2-E3AC-4691-81ED-5961FB18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AE20D68B-76B0-4A30-ACCE-6D822A8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5C1112D2-787B-4AB4-886D-FA87F2CD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Next message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9CB6AA32-9857-4410-9F12-E534B64B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direct user message may pick model and reasoning for that message.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AEAD0D5C-339B-4E51-857E-6159944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645FD25-C799-46CE-95B0-BF073D32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B9C8DA5C-F10D-4082-A83E-3BCB513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Capability Profile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FE528D56-3D08-435C-9F1E-3DE94FBE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keeps the resolved profile revision from creation.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39CB5479-FB98-4119-A4A2-F466D46D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BF72E7BA-4DB0-4386-8872-2DAD5B65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04D8154-5E8A-4859-8EB9-33FB2237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Resolution digest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D7BDF02E-2BD7-49FA-B728-33A2966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A digest identifies the exact pinned result.</a:t>
            </a:r>
          </a:p>
        </p:txBody>
      </p:sp>
      <p:sp>
        <p:nvSpPr>
          <p:cNvPr id="16" name="frame-08-session-profile-and-message-controls.jpg">
            <a:extLst xmlns:a="http://schemas.openxmlformats.org/drawingml/2006/main">
              <a:ext uri="{FF2B5EF4-FFF2-40B4-BE49-F238E27FC236}">
                <a16:creationId xmlns:a16="http://schemas.microsoft.com/office/drawing/2014/main" id="{FB037E83-C13F-477A-8695-ACF603B0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7ded8ef6a433b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51B7539E-8C33-4963-B2FB-338B8D5A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6B5945D9-8018-4358-B8F0-B22BB63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96-266">
            <a:extLst xmlns:a="http://schemas.openxmlformats.org/drawingml/2006/main">
              <a:ext uri="{FF2B5EF4-FFF2-40B4-BE49-F238E27FC236}">
                <a16:creationId xmlns:a16="http://schemas.microsoft.com/office/drawing/2014/main" id="{C13F0037-417F-4FAE-8EA8-611460AC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96-266">
            <a:extLst xmlns:a="http://schemas.openxmlformats.org/drawingml/2006/main">
              <a:ext uri="{FF2B5EF4-FFF2-40B4-BE49-F238E27FC236}">
                <a16:creationId xmlns:a16="http://schemas.microsoft.com/office/drawing/2014/main" id="{839BA24C-FADF-4A8C-A118-115316A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50-490">
            <a:extLst xmlns:a="http://schemas.openxmlformats.org/drawingml/2006/main">
              <a:ext uri="{FF2B5EF4-FFF2-40B4-BE49-F238E27FC236}">
                <a16:creationId xmlns:a16="http://schemas.microsoft.com/office/drawing/2014/main" id="{DC4D9D53-7365-4F4B-893A-D884AAA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33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50-490">
            <a:extLst xmlns:a="http://schemas.openxmlformats.org/drawingml/2006/main">
              <a:ext uri="{FF2B5EF4-FFF2-40B4-BE49-F238E27FC236}">
                <a16:creationId xmlns:a16="http://schemas.microsoft.com/office/drawing/2014/main" id="{ECB5A90F-0495-4D8C-B7CF-589F740E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083-424">
            <a:extLst xmlns:a="http://schemas.openxmlformats.org/drawingml/2006/main">
              <a:ext uri="{FF2B5EF4-FFF2-40B4-BE49-F238E27FC236}">
                <a16:creationId xmlns:a16="http://schemas.microsoft.com/office/drawing/2014/main" id="{9D28E875-7D3B-4704-B13E-D850C5A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083-424">
            <a:extLst xmlns:a="http://schemas.openxmlformats.org/drawingml/2006/main">
              <a:ext uri="{FF2B5EF4-FFF2-40B4-BE49-F238E27FC236}">
                <a16:creationId xmlns:a16="http://schemas.microsoft.com/office/drawing/2014/main" id="{A3C3BF3B-9F37-444D-9CFE-125EEF95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624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310535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2">
            <a:extLst xmlns:a="http://schemas.openxmlformats.org/drawingml/2006/main">
              <a:ext uri="{FF2B5EF4-FFF2-40B4-BE49-F238E27FC236}">
                <a16:creationId xmlns:a16="http://schemas.microsoft.com/office/drawing/2014/main" id="{18A7CEB7-6A1D-4415-99FA-65360ABA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BEF9CDF-C0B8-40D0-8727-BB150CD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Node defaults are shown in the Session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F8CCDEA0-391A-4484-BD87-71AA5C94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42A87734-7DB5-4DEA-BA16-97038EAC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CDFB457D-A1C0-465F-B89D-58312F08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2405E239-8AE8-464F-8AA6-612BC0B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Workflow defaults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A62A40FF-56B4-4D0B-AC5F-538FFE7F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pinned model, reasoning, and sandbox are shown together.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85818F68-B4A1-43C8-8B82-720388B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CC31DEA6-DB41-4788-99C7-88823BE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6AC26D21-8B31-4B00-B7B3-EDA698E0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Allowed choices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E87C85E9-2957-4F4C-9B30-9D7034F8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Session shows the models and reasoning levels allowed by the node.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236A54FA-4087-446E-9EB4-ACCAE67C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C6943C4C-B2D2-44A2-A769-642828C0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43BADF35-FF46-4EE0-99D5-F2AC2A95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Source labels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FA613FD6-7D80-42AC-8432-4B6E268F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value says that it came from the resolved Node Profile.</a:t>
            </a:r>
          </a:p>
        </p:txBody>
      </p:sp>
      <p:sp>
        <p:nvSpPr>
          <p:cNvPr id="16" name="frame-09-pinned-defaults-and-node-capabilities.jpg">
            <a:extLst xmlns:a="http://schemas.openxmlformats.org/drawingml/2006/main">
              <a:ext uri="{FF2B5EF4-FFF2-40B4-BE49-F238E27FC236}">
                <a16:creationId xmlns:a16="http://schemas.microsoft.com/office/drawing/2014/main" id="{6DC3D682-C662-41BA-8FAF-A04DDD6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8b094c7dd46da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2E4AC19B-078D-4A5D-85C9-DC17B6E9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6C1E9BA3-AEC4-4B49-883B-D6A9D11B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900-360">
            <a:extLst xmlns:a="http://schemas.openxmlformats.org/drawingml/2006/main">
              <a:ext uri="{FF2B5EF4-FFF2-40B4-BE49-F238E27FC236}">
                <a16:creationId xmlns:a16="http://schemas.microsoft.com/office/drawing/2014/main" id="{B9656D4A-020F-4F66-8AA4-5B5F61A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900-360">
            <a:extLst xmlns:a="http://schemas.openxmlformats.org/drawingml/2006/main">
              <a:ext uri="{FF2B5EF4-FFF2-40B4-BE49-F238E27FC236}">
                <a16:creationId xmlns:a16="http://schemas.microsoft.com/office/drawing/2014/main" id="{5847839A-F782-4437-A253-CAA1C5DF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910-470">
            <a:extLst xmlns:a="http://schemas.openxmlformats.org/drawingml/2006/main">
              <a:ext uri="{FF2B5EF4-FFF2-40B4-BE49-F238E27FC236}">
                <a16:creationId xmlns:a16="http://schemas.microsoft.com/office/drawing/2014/main" id="{CC302EFB-330A-4647-A3E0-28FD0891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43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910-470">
            <a:extLst xmlns:a="http://schemas.openxmlformats.org/drawingml/2006/main">
              <a:ext uri="{FF2B5EF4-FFF2-40B4-BE49-F238E27FC236}">
                <a16:creationId xmlns:a16="http://schemas.microsoft.com/office/drawing/2014/main" id="{5CDFFA4C-20BF-47AD-9EBC-38CF12E2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00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10-520">
            <a:extLst xmlns:a="http://schemas.openxmlformats.org/drawingml/2006/main">
              <a:ext uri="{FF2B5EF4-FFF2-40B4-BE49-F238E27FC236}">
                <a16:creationId xmlns:a16="http://schemas.microsoft.com/office/drawing/2014/main" id="{930F8F8A-8C24-4EF0-BD2F-A2FD801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10-520">
            <a:extLst xmlns:a="http://schemas.openxmlformats.org/drawingml/2006/main">
              <a:ext uri="{FF2B5EF4-FFF2-40B4-BE49-F238E27FC236}">
                <a16:creationId xmlns:a16="http://schemas.microsoft.com/office/drawing/2014/main" id="{EC80518D-15B0-4B41-A38D-0FB8CA41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4047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2EA0A920-37DC-4A3C-AD63-D7197A1B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AGENT SESSION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BF4EFBF-D90D-411F-A18B-4069D41D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Runtime exposure and delivery history are separate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A07BDB6B-735E-472A-B3F8-E07CFD89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DC224244-3977-428C-B5E1-08EE700C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A2B31756-80A8-453D-A00A-DC52416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FB6512CD-53CB-45E7-9678-360CCB4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Attached runtime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8AC0D8C1-70F7-4031-94A7-C231B8F7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models and reasoning modes the current runtime exposes.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67EB02F4-9A60-477B-86A2-70C8635C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AB858614-FE7F-4768-9E0D-327DE35D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F56A1F98-D1B6-42F7-A790-B6F9B28E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history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5FFF3A6F-C9B0-4A95-882B-B89B4A9B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Lists Session Event deliveries tied to this Session.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E5D9D3CE-4EBD-41B4-9051-1C107DE7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782C5533-DA37-44D6-B4C5-8AAFAAE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3C85B62F-77F4-425D-991E-EF369794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Message box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20FE36F8-FAD9-4FF0-A1A8-1BE9B0BB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The composer stays fixed at the bottom while the details scroll.</a:t>
            </a:r>
          </a:p>
        </p:txBody>
      </p:sp>
      <p:sp>
        <p:nvSpPr>
          <p:cNvPr id="16" name="frame-10-attached-runtime-and-delivery-provenance.jpg">
            <a:extLst xmlns:a="http://schemas.openxmlformats.org/drawingml/2006/main">
              <a:ext uri="{FF2B5EF4-FFF2-40B4-BE49-F238E27FC236}">
                <a16:creationId xmlns:a16="http://schemas.microsoft.com/office/drawing/2014/main" id="{7FCFEA5B-BE82-448C-AF22-E5DD5894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700d5de3e4e77"/>
          <a:stretch xmlns:a="http://schemas.openxmlformats.org/drawingml/2006/main"/>
        </p:blipFill>
        <p:spPr>
          <a:xfrm xmlns:a="http://schemas.openxmlformats.org/drawingml/2006/main">
            <a:off x="4391025" y="1258236"/>
            <a:ext cx="7315200" cy="4855878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SEEDED SESSION-144">
            <a:extLst xmlns:a="http://schemas.openxmlformats.org/drawingml/2006/main">
              <a:ext uri="{FF2B5EF4-FFF2-40B4-BE49-F238E27FC236}">
                <a16:creationId xmlns:a16="http://schemas.microsoft.com/office/drawing/2014/main" id="{8E8B73FA-E6CE-4086-8D6A-01500C47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05537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SEEDED SESSION-144">
            <a:extLst xmlns:a="http://schemas.openxmlformats.org/drawingml/2006/main">
              <a:ext uri="{FF2B5EF4-FFF2-40B4-BE49-F238E27FC236}">
                <a16:creationId xmlns:a16="http://schemas.microsoft.com/office/drawing/2014/main" id="{415F3909-5BB9-4581-9439-3EB4E46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86487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SEEDED SESSION</a:t>
            </a:r>
          </a:p>
        </p:txBody>
      </p:sp>
      <p:sp>
        <p:nvSpPr>
          <p:cNvPr id="20" name="marker-1-850-310">
            <a:extLst xmlns:a="http://schemas.openxmlformats.org/drawingml/2006/main">
              <a:ext uri="{FF2B5EF4-FFF2-40B4-BE49-F238E27FC236}">
                <a16:creationId xmlns:a16="http://schemas.microsoft.com/office/drawing/2014/main" id="{0E587074-9480-486D-BBA9-0CB6D9CF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850-310">
            <a:extLst xmlns:a="http://schemas.openxmlformats.org/drawingml/2006/main">
              <a:ext uri="{FF2B5EF4-FFF2-40B4-BE49-F238E27FC236}">
                <a16:creationId xmlns:a16="http://schemas.microsoft.com/office/drawing/2014/main" id="{C859226B-158B-4A99-93A7-89048914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800-520">
            <a:extLst xmlns:a="http://schemas.openxmlformats.org/drawingml/2006/main">
              <a:ext uri="{FF2B5EF4-FFF2-40B4-BE49-F238E27FC236}">
                <a16:creationId xmlns:a16="http://schemas.microsoft.com/office/drawing/2014/main" id="{631529F3-E08E-4FC8-A5A6-0C5A6A5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9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800-520">
            <a:extLst xmlns:a="http://schemas.openxmlformats.org/drawingml/2006/main">
              <a:ext uri="{FF2B5EF4-FFF2-40B4-BE49-F238E27FC236}">
                <a16:creationId xmlns:a16="http://schemas.microsoft.com/office/drawing/2014/main" id="{86210C01-641A-443E-85CE-01B5B0B4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76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1129-600">
            <a:extLst xmlns:a="http://schemas.openxmlformats.org/drawingml/2006/main">
              <a:ext uri="{FF2B5EF4-FFF2-40B4-BE49-F238E27FC236}">
                <a16:creationId xmlns:a16="http://schemas.microsoft.com/office/drawing/2014/main" id="{5B20A240-BE60-4244-9EFA-2EAB1E5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58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1129-600">
            <a:extLst xmlns:a="http://schemas.openxmlformats.org/drawingml/2006/main">
              <a:ext uri="{FF2B5EF4-FFF2-40B4-BE49-F238E27FC236}">
                <a16:creationId xmlns:a16="http://schemas.microsoft.com/office/drawing/2014/main" id="{8F017C48-D73C-4727-A9E8-B2C16B84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638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14441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4">
            <a:extLst xmlns:a="http://schemas.openxmlformats.org/drawingml/2006/main">
              <a:ext uri="{FF2B5EF4-FFF2-40B4-BE49-F238E27FC236}">
                <a16:creationId xmlns:a16="http://schemas.microsoft.com/office/drawing/2014/main" id="{375FD9C6-EDE4-4F0B-9BAE-360DCF6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54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F654C"/>
                </a:solidFill>
                <a:latin typeface="Arial"/>
                <a:ea typeface="Arial"/>
                <a:cs typeface="Arial"/>
              </a:rPr>
              <a:t>SESSION EVENT RESULT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4FB055A1-AE02-4D81-BD29-6A5C924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One event can show every delivery</a:t>
            </a:r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8584974F-D552-4375-9061-E30560CF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F6A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callout-circle-1-132">
            <a:extLst xmlns:a="http://schemas.openxmlformats.org/drawingml/2006/main">
              <a:ext uri="{FF2B5EF4-FFF2-40B4-BE49-F238E27FC236}">
                <a16:creationId xmlns:a16="http://schemas.microsoft.com/office/drawing/2014/main" id="{EB8B6C36-2FC6-4762-8DF1-83C2F79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5" name="callout-number-1-132">
            <a:extLst xmlns:a="http://schemas.openxmlformats.org/drawingml/2006/main">
              <a:ext uri="{FF2B5EF4-FFF2-40B4-BE49-F238E27FC236}">
                <a16:creationId xmlns:a16="http://schemas.microsoft.com/office/drawing/2014/main" id="{C8A3892F-E83C-4A02-9FF9-C5E38A63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allout-title-1-132">
            <a:extLst xmlns:a="http://schemas.openxmlformats.org/drawingml/2006/main">
              <a:ext uri="{FF2B5EF4-FFF2-40B4-BE49-F238E27FC236}">
                <a16:creationId xmlns:a16="http://schemas.microsoft.com/office/drawing/2014/main" id="{1860494A-A4B9-4F99-815C-F9760EC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Event result</a:t>
            </a:r>
          </a:p>
        </p:txBody>
      </p:sp>
      <p:sp>
        <p:nvSpPr>
          <p:cNvPr id="7" name="callout-body-1-132">
            <a:extLst xmlns:a="http://schemas.openxmlformats.org/drawingml/2006/main">
              <a:ext uri="{FF2B5EF4-FFF2-40B4-BE49-F238E27FC236}">
                <a16:creationId xmlns:a16="http://schemas.microsoft.com/office/drawing/2014/main" id="{14B76A51-A143-4ACC-BFDB-156506D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the event definition, trigger, and prompt source.</a:t>
            </a:r>
          </a:p>
        </p:txBody>
      </p:sp>
      <p:sp>
        <p:nvSpPr>
          <p:cNvPr id="8" name="callout-circle-2-236">
            <a:extLst xmlns:a="http://schemas.openxmlformats.org/drawingml/2006/main">
              <a:ext uri="{FF2B5EF4-FFF2-40B4-BE49-F238E27FC236}">
                <a16:creationId xmlns:a16="http://schemas.microsoft.com/office/drawing/2014/main" id="{7FD1579C-338E-4153-B312-E19F443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9" name="callout-number-2-236">
            <a:extLst xmlns:a="http://schemas.openxmlformats.org/drawingml/2006/main">
              <a:ext uri="{FF2B5EF4-FFF2-40B4-BE49-F238E27FC236}">
                <a16:creationId xmlns:a16="http://schemas.microsoft.com/office/drawing/2014/main" id="{5465AEDD-832F-40E9-9C64-CE52A74D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allout-title-2-236">
            <a:extLst xmlns:a="http://schemas.openxmlformats.org/drawingml/2006/main">
              <a:ext uri="{FF2B5EF4-FFF2-40B4-BE49-F238E27FC236}">
                <a16:creationId xmlns:a16="http://schemas.microsoft.com/office/drawing/2014/main" id="{FAF63858-44EB-4D33-BD5A-C1FD20C3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Resolved Sessions</a:t>
            </a:r>
          </a:p>
        </p:txBody>
      </p:sp>
      <p:sp>
        <p:nvSpPr>
          <p:cNvPr id="11" name="callout-body-2-236">
            <a:extLst xmlns:a="http://schemas.openxmlformats.org/drawingml/2006/main">
              <a:ext uri="{FF2B5EF4-FFF2-40B4-BE49-F238E27FC236}">
                <a16:creationId xmlns:a16="http://schemas.microsoft.com/office/drawing/2014/main" id="{58F889BD-7C6C-40B8-A39B-BBBEA91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Shows every Session selected by the target rules.</a:t>
            </a:r>
          </a:p>
        </p:txBody>
      </p:sp>
      <p:sp>
        <p:nvSpPr>
          <p:cNvPr id="12" name="callout-circle-3-340">
            <a:extLst xmlns:a="http://schemas.openxmlformats.org/drawingml/2006/main">
              <a:ext uri="{FF2B5EF4-FFF2-40B4-BE49-F238E27FC236}">
                <a16:creationId xmlns:a16="http://schemas.microsoft.com/office/drawing/2014/main" id="{D97A0A38-20A1-4042-820D-EE08F01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4C"/>
          </a:solidFill>
          <a:ln xmlns:a="http://schemas.openxmlformats.org/drawingml/2006/main" w="0">
            <a:solidFill>
              <a:srgbClr val="2F654C"/>
            </a:solidFill>
            <a:prstDash val="solid"/>
          </a:ln>
        </p:spPr>
      </p:sp>
      <p:sp>
        <p:nvSpPr>
          <p:cNvPr id="13" name="callout-number-3-340">
            <a:extLst xmlns:a="http://schemas.openxmlformats.org/drawingml/2006/main">
              <a:ext uri="{FF2B5EF4-FFF2-40B4-BE49-F238E27FC236}">
                <a16:creationId xmlns:a16="http://schemas.microsoft.com/office/drawing/2014/main" id="{162F8C7B-2CAD-48A7-ABE5-597BA923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allout-title-3-340">
            <a:extLst xmlns:a="http://schemas.openxmlformats.org/drawingml/2006/main">
              <a:ext uri="{FF2B5EF4-FFF2-40B4-BE49-F238E27FC236}">
                <a16:creationId xmlns:a16="http://schemas.microsoft.com/office/drawing/2014/main" id="{C62C0890-07CA-4022-980D-72B3D62C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0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018"/>
                </a:solidFill>
                <a:latin typeface="Arial"/>
                <a:ea typeface="Arial"/>
                <a:cs typeface="Arial"/>
              </a:rPr>
              <a:t>Delivery details</a:t>
            </a:r>
          </a:p>
        </p:txBody>
      </p:sp>
      <p:sp>
        <p:nvSpPr>
          <p:cNvPr id="15" name="callout-body-3-340">
            <a:extLst xmlns:a="http://schemas.openxmlformats.org/drawingml/2006/main">
              <a:ext uri="{FF2B5EF4-FFF2-40B4-BE49-F238E27FC236}">
                <a16:creationId xmlns:a16="http://schemas.microsoft.com/office/drawing/2014/main" id="{E393FE03-BBF1-43EC-B652-2A8E0A2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A6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A63"/>
                </a:solidFill>
                <a:latin typeface="Arial"/>
                <a:ea typeface="Arial"/>
                <a:cs typeface="Arial"/>
              </a:rPr>
              <a:t>Each delivery keeps its target, status, and prompt contribution.</a:t>
            </a:r>
          </a:p>
        </p:txBody>
      </p:sp>
      <p:sp>
        <p:nvSpPr>
          <p:cNvPr id="16" name="frame-13-event-result-and-delivery-details.png">
            <a:extLst xmlns:a="http://schemas.openxmlformats.org/drawingml/2006/main">
              <a:ext uri="{FF2B5EF4-FFF2-40B4-BE49-F238E27FC236}">
                <a16:creationId xmlns:a16="http://schemas.microsoft.com/office/drawing/2014/main" id="{A676FFA4-C16B-4A65-98D1-253432CD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7429500" cy="4933950"/>
          </a:xfrm>
          <a:prstGeom xmlns:a="http://schemas.openxmlformats.org/drawingml/2006/main" prst="roundRect">
            <a:avLst>
              <a:gd name="adj" fmla="val 2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8B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c1bd4bb8741ea"/>
          <a:stretch xmlns:a="http://schemas.openxmlformats.org/drawingml/2006/main"/>
        </p:blipFill>
        <p:spPr>
          <a:xfrm xmlns:a="http://schemas.openxmlformats.org/drawingml/2006/main">
            <a:off x="4391025" y="1257300"/>
            <a:ext cx="731520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8" name="label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2A0E2AA5-C6A3-4D49-83AF-B44A3272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371600"/>
            <a:ext cx="123253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BD9"/>
          </a:solidFill>
          <a:ln xmlns:a="http://schemas.openxmlformats.org/drawingml/2006/main" w="9525">
            <a:solidFill>
              <a:srgbClr val="E8CBA5"/>
            </a:solidFill>
            <a:prstDash val="solid"/>
          </a:ln>
        </p:spPr>
      </p:sp>
      <p:sp>
        <p:nvSpPr>
          <p:cNvPr id="19" name="label-text-COMPONENT FIXTURE-144">
            <a:extLst xmlns:a="http://schemas.openxmlformats.org/drawingml/2006/main">
              <a:ext uri="{FF2B5EF4-FFF2-40B4-BE49-F238E27FC236}">
                <a16:creationId xmlns:a16="http://schemas.microsoft.com/office/drawing/2014/main" id="{9CCA09E3-FCAA-4020-A763-FCFC5656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428750"/>
            <a:ext cx="104203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A5A1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A5A17"/>
                </a:solidFill>
                <a:latin typeface="Arial"/>
                <a:ea typeface="Arial"/>
                <a:cs typeface="Arial"/>
              </a:rPr>
              <a:t>COMPONENT FIXTURE</a:t>
            </a:r>
          </a:p>
        </p:txBody>
      </p:sp>
      <p:sp>
        <p:nvSpPr>
          <p:cNvPr id="20" name="marker-1-780-195">
            <a:extLst xmlns:a="http://schemas.openxmlformats.org/drawingml/2006/main">
              <a:ext uri="{FF2B5EF4-FFF2-40B4-BE49-F238E27FC236}">
                <a16:creationId xmlns:a16="http://schemas.microsoft.com/office/drawing/2014/main" id="{9E8E23A3-75F3-4A9E-9A55-D196518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24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marker-number-1-780-195">
            <a:extLst xmlns:a="http://schemas.openxmlformats.org/drawingml/2006/main">
              <a:ext uri="{FF2B5EF4-FFF2-40B4-BE49-F238E27FC236}">
                <a16:creationId xmlns:a16="http://schemas.microsoft.com/office/drawing/2014/main" id="{729E0C8F-A957-424D-B3B4-D66C54C0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marker-2-1060-225">
            <a:extLst xmlns:a="http://schemas.openxmlformats.org/drawingml/2006/main">
              <a:ext uri="{FF2B5EF4-FFF2-40B4-BE49-F238E27FC236}">
                <a16:creationId xmlns:a16="http://schemas.microsoft.com/office/drawing/2014/main" id="{04F0E12A-6D65-443B-9E6A-51DE251B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marker-number-2-1060-225">
            <a:extLst xmlns:a="http://schemas.openxmlformats.org/drawingml/2006/main">
              <a:ext uri="{FF2B5EF4-FFF2-40B4-BE49-F238E27FC236}">
                <a16:creationId xmlns:a16="http://schemas.microsoft.com/office/drawing/2014/main" id="{C8EDC7FB-0903-422C-8C50-19F5AB3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66925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marker-3-850-380">
            <a:extLst xmlns:a="http://schemas.openxmlformats.org/drawingml/2006/main">
              <a:ext uri="{FF2B5EF4-FFF2-40B4-BE49-F238E27FC236}">
                <a16:creationId xmlns:a16="http://schemas.microsoft.com/office/drawing/2014/main" id="{2E712043-EF13-4EBB-96FD-F1F071C6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9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marker-number-3-850-380">
            <a:extLst xmlns:a="http://schemas.openxmlformats.org/drawingml/2006/main">
              <a:ext uri="{FF2B5EF4-FFF2-40B4-BE49-F238E27FC236}">
                <a16:creationId xmlns:a16="http://schemas.microsoft.com/office/drawing/2014/main" id="{3EFB3F45-C41D-4F56-A67C-6A8ED72C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5680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2026-09-07T07:25:39.0320000Z</dcterms:created>
  <dcterms:modified xsi:type="dcterms:W3CDTF">2026-09-07T07:25:39.0330000Z</dcterms:modified>
</coreProperties>
</file>