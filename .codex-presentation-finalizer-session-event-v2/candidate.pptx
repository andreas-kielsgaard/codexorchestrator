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4eb0876a1841db" /><Relationship Type="http://schemas.openxmlformats.org/officeDocument/2006/relationships/extended-properties" Target="/docProps/app.xml" Id="R90fb815f3f374f27" /><Relationship Type="http://schemas.openxmlformats.org/officeDocument/2006/relationships/officeDocument" Target="/ppt/presentation.xml" Id="Rd3460eb787af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607494d1ea4259"/>
  </p:sldMasterIdLst>
  <p:notesMasterIdLst>
    <p:notesMasterId xmlns:r="http://schemas.openxmlformats.org/officeDocument/2006/relationships" r:id="Rffa704ec246e48ba"/>
  </p:notesMasterIdLst>
  <p:sldIdLst>
    <p:sldId xmlns:r="http://schemas.openxmlformats.org/officeDocument/2006/relationships" id="256" r:id="R1376ce7226c74110"/>
    <p:sldId xmlns:r="http://schemas.openxmlformats.org/officeDocument/2006/relationships" id="257" r:id="R6ed35042c9d14a7e"/>
    <p:sldId xmlns:r="http://schemas.openxmlformats.org/officeDocument/2006/relationships" id="258" r:id="R0e351f276946487b"/>
    <p:sldId xmlns:r="http://schemas.openxmlformats.org/officeDocument/2006/relationships" id="259" r:id="R4a1233dbb6824065"/>
    <p:sldId xmlns:r="http://schemas.openxmlformats.org/officeDocument/2006/relationships" id="260" r:id="R78871e2709a448e2"/>
    <p:sldId xmlns:r="http://schemas.openxmlformats.org/officeDocument/2006/relationships" id="261" r:id="Re58531b513264588"/>
    <p:sldId xmlns:r="http://schemas.openxmlformats.org/officeDocument/2006/relationships" id="262" r:id="R03bf6d20e204470a"/>
    <p:sldId xmlns:r="http://schemas.openxmlformats.org/officeDocument/2006/relationships" id="263" r:id="R3c4a5b49036b4c46"/>
    <p:sldId xmlns:r="http://schemas.openxmlformats.org/officeDocument/2006/relationships" id="264" r:id="R0d475812b8714ed4"/>
    <p:sldId xmlns:r="http://schemas.openxmlformats.org/officeDocument/2006/relationships" id="265" r:id="R70cb9f24c9694910"/>
    <p:sldId xmlns:r="http://schemas.openxmlformats.org/officeDocument/2006/relationships" id="266" r:id="Rd732b8adc58b4465"/>
    <p:sldId xmlns:r="http://schemas.openxmlformats.org/officeDocument/2006/relationships" id="267" r:id="R79f68d259ff04496"/>
    <p:sldId xmlns:r="http://schemas.openxmlformats.org/officeDocument/2006/relationships" id="268" r:id="Rc08302ed3caf4dd1"/>
    <p:sldId xmlns:r="http://schemas.openxmlformats.org/officeDocument/2006/relationships" id="269" r:id="R71f73034cf3149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fe425475b64996" /><Relationship Type="http://schemas.openxmlformats.org/officeDocument/2006/relationships/slideMaster" Target="/ppt/slideMasters/slideMaster1.xml" Id="R87607494d1ea4259" /><Relationship Type="http://schemas.openxmlformats.org/officeDocument/2006/relationships/notesMaster" Target="/ppt/notesMasters/notesMaster1.xml" Id="Rffa704ec246e48ba" /><Relationship Type="http://schemas.openxmlformats.org/officeDocument/2006/relationships/presProps" Target="/ppt/presProps.xml" Id="Rc7b76da7db464af0" /><Relationship Type="http://schemas.openxmlformats.org/officeDocument/2006/relationships/tableStyles" Target="/ppt/tableStyles.xml" Id="R66774f8645fa4889" /><Relationship Type="http://schemas.openxmlformats.org/officeDocument/2006/relationships/slide" Target="/ppt/slides/slide1.xml" Id="R1376ce7226c74110" /><Relationship Type="http://schemas.openxmlformats.org/officeDocument/2006/relationships/slide" Target="/ppt/slides/slide2.xml" Id="R6ed35042c9d14a7e" /><Relationship Type="http://schemas.openxmlformats.org/officeDocument/2006/relationships/slide" Target="/ppt/slides/slide3.xml" Id="R0e351f276946487b" /><Relationship Type="http://schemas.openxmlformats.org/officeDocument/2006/relationships/slide" Target="/ppt/slides/slide4.xml" Id="R4a1233dbb6824065" /><Relationship Type="http://schemas.openxmlformats.org/officeDocument/2006/relationships/slide" Target="/ppt/slides/slide5.xml" Id="R78871e2709a448e2" /><Relationship Type="http://schemas.openxmlformats.org/officeDocument/2006/relationships/slide" Target="/ppt/slides/slide6.xml" Id="Re58531b513264588" /><Relationship Type="http://schemas.openxmlformats.org/officeDocument/2006/relationships/slide" Target="/ppt/slides/slide7.xml" Id="R03bf6d20e204470a" /><Relationship Type="http://schemas.openxmlformats.org/officeDocument/2006/relationships/slide" Target="/ppt/slides/slide8.xml" Id="R3c4a5b49036b4c46" /><Relationship Type="http://schemas.openxmlformats.org/officeDocument/2006/relationships/slide" Target="/ppt/slides/slide9.xml" Id="R0d475812b8714ed4" /><Relationship Type="http://schemas.openxmlformats.org/officeDocument/2006/relationships/slide" Target="/ppt/slides/slide10.xml" Id="R70cb9f24c9694910" /><Relationship Type="http://schemas.openxmlformats.org/officeDocument/2006/relationships/slide" Target="/ppt/slides/slide11.xml" Id="Rd732b8adc58b4465" /><Relationship Type="http://schemas.openxmlformats.org/officeDocument/2006/relationships/slide" Target="/ppt/slides/slide12.xml" Id="R79f68d259ff04496" /><Relationship Type="http://schemas.openxmlformats.org/officeDocument/2006/relationships/slide" Target="/ppt/slides/slide13.xml" Id="Rc08302ed3caf4dd1" /><Relationship Type="http://schemas.openxmlformats.org/officeDocument/2006/relationships/slide" Target="/ppt/slides/slide14.xml" Id="R71f73034cf3149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d389308f534c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875e8e84446aa" /><Relationship Type="http://schemas.openxmlformats.org/officeDocument/2006/relationships/notesMaster" Target="/ppt/notesMasters/notesMaster1.xml" Id="Rf9e6df894fe247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f7d977accb4182" /><Relationship Type="http://schemas.openxmlformats.org/officeDocument/2006/relationships/notesMaster" Target="/ppt/notesMasters/notesMaster1.xml" Id="R1c977e5fb84248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9deacd4bf457f" /><Relationship Type="http://schemas.openxmlformats.org/officeDocument/2006/relationships/notesMaster" Target="/ppt/notesMasters/notesMaster1.xml" Id="R6f54eb7ffc8f4e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d617a5be6e4de9" /><Relationship Type="http://schemas.openxmlformats.org/officeDocument/2006/relationships/notesMaster" Target="/ppt/notesMasters/notesMaster1.xml" Id="R7fd0080b147548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a98852207e4cf1" /><Relationship Type="http://schemas.openxmlformats.org/officeDocument/2006/relationships/notesMaster" Target="/ppt/notesMasters/notesMaster1.xml" Id="Rd3517ca9aec241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8bf442fa904d67" /><Relationship Type="http://schemas.openxmlformats.org/officeDocument/2006/relationships/notesMaster" Target="/ppt/notesMasters/notesMaster1.xml" Id="Rbaafe79d741d4f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d66f795dbb4329" /><Relationship Type="http://schemas.openxmlformats.org/officeDocument/2006/relationships/notesMaster" Target="/ppt/notesMasters/notesMaster1.xml" Id="R45c34193717e42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592c84e1d14a0b" /><Relationship Type="http://schemas.openxmlformats.org/officeDocument/2006/relationships/notesMaster" Target="/ppt/notesMasters/notesMaster1.xml" Id="R02838ed20b0748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bd1a9267e244c9" /><Relationship Type="http://schemas.openxmlformats.org/officeDocument/2006/relationships/notesMaster" Target="/ppt/notesMasters/notesMaster1.xml" Id="R3e799ccaef7247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ea7422237f425a" /><Relationship Type="http://schemas.openxmlformats.org/officeDocument/2006/relationships/notesMaster" Target="/ppt/notesMasters/notesMaster1.xml" Id="R2ef40c13345241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c1b0a494cf409f" /><Relationship Type="http://schemas.openxmlformats.org/officeDocument/2006/relationships/notesMaster" Target="/ppt/notesMasters/notesMaster1.xml" Id="R2cb8d6907d2d47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4c0e6560754ee2" /><Relationship Type="http://schemas.openxmlformats.org/officeDocument/2006/relationships/notesMaster" Target="/ppt/notesMasters/notesMaster1.xml" Id="R2aad77cb958742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0148f152104405" /><Relationship Type="http://schemas.openxmlformats.org/officeDocument/2006/relationships/notesMaster" Target="/ppt/notesMasters/notesMaster1.xml" Id="R430cd0dae8e041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bdaf869efd497a" /><Relationship Type="http://schemas.openxmlformats.org/officeDocument/2006/relationships/notesMaster" Target="/ppt/notesMasters/notesMaster1.xml" Id="Rc4741a25c3564d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tour shows every changed screen in the current build. It also marks the two parts that need to be restored before the Workflow UI is acceptable.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03-workflow-node-profile.jpg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Capability Profiles. The left side selects a profile. The right side edits its details and shows which native runtime it 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01-capability-profile-overview.jpg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 narrows the choices already exposed by the selected runtime. It does not set up provider accounts or connections.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02-capability-allowed-selections.jpg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profile form has clear save and delete actions. The saved revision is shown near the bottom of the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12-capability-profile-save-and-delete.png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current Workflow editor. It exposes the new node fields, but it wrongly replaced the old flow canvas with a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03-workflow-node-profile.jpg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Nodes are not reusable objects in this build. Copy is the quick way to start from an existing node and then change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11-copy-node-configuration.png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node chooses a Capability Profile, then narrows it further. It also stores the first prompt and the identity shown in the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04-node-restrictions-and-defaults.jpg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connection becomes a Session Event definition. The editor shows which nodes it connects, what starts it, and the order of prompt parts.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05-connection-trigger-and-prompt.jpg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connection form makes prompt assembly and Session lookup explicit. These values compile into the generic Session Event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06-connection-prompt-and-target.jpg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Compile turns the recipe into Session Event definitions. The current screen only accepts a typed instance ID. The old list and Create Workflow instance flow need to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07-compile-and-run.jpg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seeded Session shows the new per-message controls and the profile pinned when the Session was created. No provider request was 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08-session-profile-and-message-controls.jpg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Session view separates the defaults used by Workflow messages from the wider runtime choices available to a direct user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09-pinned-defaults-and-node-capabilities.jpg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runtime card shows what the attached runtime can do. The delivery area below it records how Session Events reached this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10-attached-runtime-and-delivery-provenance.jpg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component fixture shows a completed event with one delivery. The same result view can hold grouped fan-out deliveries. No provider request was 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component fixture: 13-event-result-and-delivery-details.png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fb95cecc94f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b151fede1f4bd4" /><Relationship Type="http://schemas.openxmlformats.org/officeDocument/2006/relationships/slideLayout" Target="/ppt/slideLayouts/slideLayout1.xml" Id="R9c44797d43ea43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44797d43ea43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ab6e257884efa" /><Relationship Type="http://schemas.openxmlformats.org/officeDocument/2006/relationships/image" Target="/ppt/media/image.jpeg" Id="Rdba09bce65ba4f49" /><Relationship Type="http://schemas.openxmlformats.org/officeDocument/2006/relationships/notesSlide" Target="/ppt/notesSlides/notesSlide1.xml" Id="R2910541594c940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258c97e4d437a" /><Relationship Type="http://schemas.openxmlformats.org/officeDocument/2006/relationships/image" Target="/ppt/media/image2.jpeg" Id="Ref04375fcd1c487a" /><Relationship Type="http://schemas.openxmlformats.org/officeDocument/2006/relationships/notesSlide" Target="/ppt/notesSlides/notesSlide2.xml" Id="R825ea79bd37f4c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917f2c3204cfb" /><Relationship Type="http://schemas.openxmlformats.org/officeDocument/2006/relationships/image" Target="/ppt/media/image3.jpeg" Id="R988966a58a854fe6" /><Relationship Type="http://schemas.openxmlformats.org/officeDocument/2006/relationships/notesSlide" Target="/ppt/notesSlides/notesSlide3.xml" Id="R26fee03cd2be48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dc07300394094" /><Relationship Type="http://schemas.openxmlformats.org/officeDocument/2006/relationships/image" Target="/ppt/media/image4.jpeg" Id="R21a2efe471dc44cf" /><Relationship Type="http://schemas.openxmlformats.org/officeDocument/2006/relationships/notesSlide" Target="/ppt/notesSlides/notesSlide4.xml" Id="Rdbc16c8114e6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b7f77ddf7471a" /><Relationship Type="http://schemas.openxmlformats.org/officeDocument/2006/relationships/image" Target="/ppt/media/image5.jpeg" Id="Rebe2c4764f2a47a6" /><Relationship Type="http://schemas.openxmlformats.org/officeDocument/2006/relationships/notesSlide" Target="/ppt/notesSlides/notesSlide5.xml" Id="R9c02bacc75d446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803a4b122424c" /><Relationship Type="http://schemas.openxmlformats.org/officeDocument/2006/relationships/image" Target="/ppt/media/image6.jpeg" Id="R50e800ce712c4a92" /><Relationship Type="http://schemas.openxmlformats.org/officeDocument/2006/relationships/notesSlide" Target="/ppt/notesSlides/notesSlide6.xml" Id="R24fea7c9097c40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b08138ab841db" /><Relationship Type="http://schemas.openxmlformats.org/officeDocument/2006/relationships/image" Target="/ppt/media/image7.jpeg" Id="R53d3b3720a07462f" /><Relationship Type="http://schemas.openxmlformats.org/officeDocument/2006/relationships/notesSlide" Target="/ppt/notesSlides/notesSlide7.xml" Id="R2da06bc602b54a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c47b07dac4114" /><Relationship Type="http://schemas.openxmlformats.org/officeDocument/2006/relationships/image" Target="/ppt/media/image8.jpeg" Id="R2b95e459559d487a" /><Relationship Type="http://schemas.openxmlformats.org/officeDocument/2006/relationships/notesSlide" Target="/ppt/notesSlides/notesSlide8.xml" Id="R6f341b71cf9346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b1bd9fd2d468d" /><Relationship Type="http://schemas.openxmlformats.org/officeDocument/2006/relationships/image" Target="/ppt/media/image9.jpeg" Id="Rc89c95c844474961" /><Relationship Type="http://schemas.openxmlformats.org/officeDocument/2006/relationships/notesSlide" Target="/ppt/notesSlides/notesSlide9.xml" Id="Rab8cb025b87d43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ec25b3672485b" /><Relationship Type="http://schemas.openxmlformats.org/officeDocument/2006/relationships/image" Target="/ppt/media/image10.jpeg" Id="R18c5dec354294a46" /><Relationship Type="http://schemas.openxmlformats.org/officeDocument/2006/relationships/notesSlide" Target="/ppt/notesSlides/notesSlide10.xml" Id="Re7c2b519bce74b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3a6dac23d4883" /><Relationship Type="http://schemas.openxmlformats.org/officeDocument/2006/relationships/image" Target="/ppt/media/image11.jpeg" Id="R9629f93df1524b24" /><Relationship Type="http://schemas.openxmlformats.org/officeDocument/2006/relationships/notesSlide" Target="/ppt/notesSlides/notesSlide11.xml" Id="R24a81c414b2e40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813813c394c07" /><Relationship Type="http://schemas.openxmlformats.org/officeDocument/2006/relationships/image" Target="/ppt/media/image12.jpeg" Id="R5556f78430614612" /><Relationship Type="http://schemas.openxmlformats.org/officeDocument/2006/relationships/notesSlide" Target="/ppt/notesSlides/notesSlide12.xml" Id="R733d7a136d6a41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7082ed12a4434" /><Relationship Type="http://schemas.openxmlformats.org/officeDocument/2006/relationships/image" Target="/ppt/media/image13.jpeg" Id="R1d758aec83bb4c7c" /><Relationship Type="http://schemas.openxmlformats.org/officeDocument/2006/relationships/notesSlide" Target="/ppt/notesSlides/notesSlide13.xml" Id="R9d299186743e45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a338ca548442f" /><Relationship Type="http://schemas.openxmlformats.org/officeDocument/2006/relationships/image" Target="/ppt/media/image.png" Id="R82a832e711984aec" /><Relationship Type="http://schemas.openxmlformats.org/officeDocument/2006/relationships/notesSlide" Target="/ppt/notesSlides/notesSlide14.xml" Id="R75679f7e9c1247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4BCBCA8-22BC-487F-A5B4-4DC25040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CODEX ORCHESTRATOR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650D9D6-2F11-4E76-AE36-F0A39A2B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15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Session Event UI demo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4D8237A-0406-43D5-B723-2ED2CAB8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A63"/>
                </a:solidFill>
                <a:latin typeface="Arial"/>
                <a:ea typeface="Arial"/>
                <a:cs typeface="Arial"/>
              </a:rPr>
              <a:t>A screen-by-screen tour of the current build</a:t>
            </a:r>
          </a:p>
        </p:txBody>
      </p:sp>
      <p:sp>
        <p:nvSpPr>
          <p:cNvPr id="4" name="cover-issue">
            <a:extLst xmlns:a="http://schemas.openxmlformats.org/drawingml/2006/main">
              <a:ext uri="{FF2B5EF4-FFF2-40B4-BE49-F238E27FC236}">
                <a16:creationId xmlns:a16="http://schemas.microsoft.com/office/drawing/2014/main" id="{657FCB21-9DF4-4D1D-9080-19F4D64F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381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5" name="cover-issue-text">
            <a:extLst xmlns:a="http://schemas.openxmlformats.org/drawingml/2006/main">
              <a:ext uri="{FF2B5EF4-FFF2-40B4-BE49-F238E27FC236}">
                <a16:creationId xmlns:a16="http://schemas.microsoft.com/office/drawing/2014/main" id="{644C988F-A31A-4CFD-BEC3-A2DD9A97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92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Also shown clearly:</a:t>
            </a:r>
          </a:p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• the canvas was replaced by a list</a:t>
            </a:r>
          </a:p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• Workflow instance creation is missing</a:t>
            </a:r>
          </a:p>
        </p:txBody>
      </p:sp>
      <p:sp>
        <p:nvSpPr>
          <p:cNvPr id="6" name="cover-frame">
            <a:extLst xmlns:a="http://schemas.openxmlformats.org/drawingml/2006/main">
              <a:ext uri="{FF2B5EF4-FFF2-40B4-BE49-F238E27FC236}">
                <a16:creationId xmlns:a16="http://schemas.microsoft.com/office/drawing/2014/main" id="{CB08688B-B4F4-45CD-B28F-29D8B9A8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"/>
            <a:ext cx="581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09bce65ba4f49"/>
          <a:stretch xmlns:a="http://schemas.openxmlformats.org/drawingml/2006/main"/>
        </p:blipFill>
        <p:spPr>
          <a:xfrm xmlns:a="http://schemas.openxmlformats.org/drawingml/2006/main">
            <a:off x="5962650" y="590758"/>
            <a:ext cx="5695950" cy="3781009"/>
          </a:xfrm>
          <a:prstGeom xmlns:a="http://schemas.openxmlformats.org/drawingml/2006/main" prst="roundRect">
            <a:avLst>
              <a:gd name="adj" fmla="val 3023"/>
            </a:avLst>
          </a:prstGeom>
        </p:spPr>
      </p:pic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27443FB8-337E-4E8D-B6E0-893FFDC3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F6A63"/>
                </a:solidFill>
                <a:latin typeface="Arial"/>
                <a:ea typeface="Arial"/>
                <a:cs typeface="Arial"/>
              </a:rPr>
              <a:t>14 slides · no provider request was sent</a:t>
            </a:r>
          </a:p>
        </p:txBody>
      </p:sp>
    </p:spTree>
    <p:extLst>
      <p:ext uri="{BB962C8B-B14F-4D97-AF65-F5344CB8AC3E}">
        <p14:creationId xmlns:p14="http://schemas.microsoft.com/office/powerpoint/2010/main" val="351492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2">
            <a:extLst xmlns:a="http://schemas.openxmlformats.org/drawingml/2006/main">
              <a:ext uri="{FF2B5EF4-FFF2-40B4-BE49-F238E27FC236}">
                <a16:creationId xmlns:a16="http://schemas.microsoft.com/office/drawing/2014/main" id="{27D1D187-7AA7-4B2F-A197-48B95635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D872D6A-403D-46EE-9086-E4047DB5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Capability Profiles are now a separate screen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38EA32FA-20B5-469F-B5E5-ECFC342D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FB549EC3-35B2-4494-B8EF-F73F208C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0DD747BE-35BF-46FA-B326-DF5A672F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0727F2A2-5B95-4541-A982-20B7884E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 list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99E01521-B256-428B-B91F-12892AF9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Choose a profile or add a new one.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6E7E83D7-F8D1-46EC-814C-1D7B52EE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979B777E-AE21-4049-9ACD-89663437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2C8EC110-F1F5-4BC5-A799-508B9C85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 details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BB175AA7-3F7D-430D-853A-DE27C525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Name, key, and short description stay together.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10D4139C-A0C8-446E-B9CC-4A996239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2BD263B4-01AE-4F58-8187-F47F7987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068A5137-A6F5-4A5C-B955-CD828F4E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Runtime profile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27E7390E-9F64-41EC-8CFF-B79E30D0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selected native runtime is shown as inherited and read-only.</a:t>
            </a:r>
          </a:p>
        </p:txBody>
      </p:sp>
      <p:sp>
        <p:nvSpPr>
          <p:cNvPr id="16" name="frame-01-capability-profile-overview.jpg">
            <a:extLst xmlns:a="http://schemas.openxmlformats.org/drawingml/2006/main">
              <a:ext uri="{FF2B5EF4-FFF2-40B4-BE49-F238E27FC236}">
                <a16:creationId xmlns:a16="http://schemas.microsoft.com/office/drawing/2014/main" id="{A5337C4F-8C60-4110-A969-4EEA64B5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4375fcd1c487a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9F4814F0-DC1A-4C66-B1A9-941DD58C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CC1F1BA3-110D-4716-8FE5-2DC6F20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585-236">
            <a:extLst xmlns:a="http://schemas.openxmlformats.org/drawingml/2006/main">
              <a:ext uri="{FF2B5EF4-FFF2-40B4-BE49-F238E27FC236}">
                <a16:creationId xmlns:a16="http://schemas.microsoft.com/office/drawing/2014/main" id="{037AC830-7D11-4BFE-949B-40A7F4E1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585-236">
            <a:extLst xmlns:a="http://schemas.openxmlformats.org/drawingml/2006/main">
              <a:ext uri="{FF2B5EF4-FFF2-40B4-BE49-F238E27FC236}">
                <a16:creationId xmlns:a16="http://schemas.microsoft.com/office/drawing/2014/main" id="{0C91E0A9-CE92-4BE7-A128-2F4C5723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717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845-230">
            <a:extLst xmlns:a="http://schemas.openxmlformats.org/drawingml/2006/main">
              <a:ext uri="{FF2B5EF4-FFF2-40B4-BE49-F238E27FC236}">
                <a16:creationId xmlns:a16="http://schemas.microsoft.com/office/drawing/2014/main" id="{06B6ABAE-AFD2-4591-9F7D-1FC1193F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57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845-230">
            <a:extLst xmlns:a="http://schemas.openxmlformats.org/drawingml/2006/main">
              <a:ext uri="{FF2B5EF4-FFF2-40B4-BE49-F238E27FC236}">
                <a16:creationId xmlns:a16="http://schemas.microsoft.com/office/drawing/2014/main" id="{40A2F12F-F260-40F5-A9EB-A511B2E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14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973-424">
            <a:extLst xmlns:a="http://schemas.openxmlformats.org/drawingml/2006/main">
              <a:ext uri="{FF2B5EF4-FFF2-40B4-BE49-F238E27FC236}">
                <a16:creationId xmlns:a16="http://schemas.microsoft.com/office/drawing/2014/main" id="{88414C67-75B9-4F6A-8A79-AD777104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973-424">
            <a:extLst xmlns:a="http://schemas.openxmlformats.org/drawingml/2006/main">
              <a:ext uri="{FF2B5EF4-FFF2-40B4-BE49-F238E27FC236}">
                <a16:creationId xmlns:a16="http://schemas.microsoft.com/office/drawing/2014/main" id="{79126965-898E-458D-B64F-80CAFCC7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62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31799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3">
            <a:extLst xmlns:a="http://schemas.openxmlformats.org/drawingml/2006/main">
              <a:ext uri="{FF2B5EF4-FFF2-40B4-BE49-F238E27FC236}">
                <a16:creationId xmlns:a16="http://schemas.microsoft.com/office/drawing/2014/main" id="{3AC44B3F-068B-4027-8527-9E52639D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27B6C13-D50A-41ED-83D7-B352097F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profile limits the choices from the runtime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70ED0827-89A0-4A43-89A2-DB749214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9179F055-A91E-47A6-A62E-B8F9DB8B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82439DA1-794D-4DB2-AAFD-499097D6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DD534796-B5B9-400A-B57E-251B1946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FEF35C74-9198-4ECA-922A-3389BA77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Tick the models that nodes may use.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11186052-FA21-4264-AA2E-5C7C359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61A0E614-F9EC-413E-BD8D-5314912A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FA581B6F-1F8D-4F44-9E6B-9B54ABD4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2E776938-5C6C-4392-8350-89EF4E3C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Tick the reasoning levels that nodes may use.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FD85E639-085A-4304-A7D2-758FF379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F06D997C-A2E6-4E02-B828-96245191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B42A9C31-7B83-4795-AF1E-A3087DE4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Inherited items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8F73303B-BE5D-4917-846F-4BDD0A7A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MCP tools and skills are visible but locked in this build.</a:t>
            </a:r>
          </a:p>
        </p:txBody>
      </p:sp>
      <p:sp>
        <p:nvSpPr>
          <p:cNvPr id="16" name="frame-02-capability-allowed-selections.jpg">
            <a:extLst xmlns:a="http://schemas.openxmlformats.org/drawingml/2006/main">
              <a:ext uri="{FF2B5EF4-FFF2-40B4-BE49-F238E27FC236}">
                <a16:creationId xmlns:a16="http://schemas.microsoft.com/office/drawing/2014/main" id="{344008D2-2B94-4506-BC4C-94914100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966a58a854fe6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99C9E38B-4453-43CE-B88D-BA02D03E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5230BB63-B6C6-4CED-A28D-3B38E87C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824-284">
            <a:extLst xmlns:a="http://schemas.openxmlformats.org/drawingml/2006/main">
              <a:ext uri="{FF2B5EF4-FFF2-40B4-BE49-F238E27FC236}">
                <a16:creationId xmlns:a16="http://schemas.microsoft.com/office/drawing/2014/main" id="{DAD422E7-259E-4131-B6EE-26D8E2C1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24-284">
            <a:extLst xmlns:a="http://schemas.openxmlformats.org/drawingml/2006/main">
              <a:ext uri="{FF2B5EF4-FFF2-40B4-BE49-F238E27FC236}">
                <a16:creationId xmlns:a16="http://schemas.microsoft.com/office/drawing/2014/main" id="{E64BD100-0AC0-471B-9A09-185C7B54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289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38-284">
            <a:extLst xmlns:a="http://schemas.openxmlformats.org/drawingml/2006/main">
              <a:ext uri="{FF2B5EF4-FFF2-40B4-BE49-F238E27FC236}">
                <a16:creationId xmlns:a16="http://schemas.microsoft.com/office/drawing/2014/main" id="{EC9D112E-209B-4695-B9B7-9563B1C1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38-284">
            <a:extLst xmlns:a="http://schemas.openxmlformats.org/drawingml/2006/main">
              <a:ext uri="{FF2B5EF4-FFF2-40B4-BE49-F238E27FC236}">
                <a16:creationId xmlns:a16="http://schemas.microsoft.com/office/drawing/2014/main" id="{B43B5FA2-0F5C-420B-8332-4DEE43B6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15-483">
            <a:extLst xmlns:a="http://schemas.openxmlformats.org/drawingml/2006/main">
              <a:ext uri="{FF2B5EF4-FFF2-40B4-BE49-F238E27FC236}">
                <a16:creationId xmlns:a16="http://schemas.microsoft.com/office/drawing/2014/main" id="{F8462BAF-BF27-4FBA-87F6-9955E484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467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15-483">
            <a:extLst xmlns:a="http://schemas.openxmlformats.org/drawingml/2006/main">
              <a:ext uri="{FF2B5EF4-FFF2-40B4-BE49-F238E27FC236}">
                <a16:creationId xmlns:a16="http://schemas.microsoft.com/office/drawing/2014/main" id="{CCF98015-EEFA-4A7D-B74F-D44934A1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243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2637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4">
            <a:extLst xmlns:a="http://schemas.openxmlformats.org/drawingml/2006/main">
              <a:ext uri="{FF2B5EF4-FFF2-40B4-BE49-F238E27FC236}">
                <a16:creationId xmlns:a16="http://schemas.microsoft.com/office/drawing/2014/main" id="{FC6499BA-75DE-49D9-AEB5-92B86276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417407F-4D67-4CEB-B811-075EE0AB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Profiles can be saved or deleted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A15C3CC3-ABD0-4B7C-80B4-A2074A4A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660A9E2C-067D-4B89-A1B1-E9F93D3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3CA96719-81BB-436E-A5D2-AC846B1D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DFC03B0E-D820-4158-B0EF-231C6743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A51FB731-7F79-4452-990F-C3C0C7DE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Save writes the current profile changes.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B169A3D2-67E9-4C15-9ED8-9B460CE3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2D67CE59-52D8-47F7-8B2B-5DE88663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F7FB56E1-E615-4A6D-8CF7-23D4231F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2E0917BF-07BF-4DB9-AE8A-5FAE7192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Delete removes the selected profile.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F8AEE2D4-FA1D-4EB8-893A-EF710643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68BD7CC2-8A99-4BF9-888B-97DC09B8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4F54A6E3-2734-4159-9C46-00E0578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Revision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1A7FAFE8-E89F-4663-A0E1-2478AC2E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screen shows the saved revision and update time.</a:t>
            </a:r>
          </a:p>
        </p:txBody>
      </p:sp>
      <p:sp>
        <p:nvSpPr>
          <p:cNvPr id="16" name="frame-12-capability-profile-save-and-delete.png">
            <a:extLst xmlns:a="http://schemas.openxmlformats.org/drawingml/2006/main">
              <a:ext uri="{FF2B5EF4-FFF2-40B4-BE49-F238E27FC236}">
                <a16:creationId xmlns:a16="http://schemas.microsoft.com/office/drawing/2014/main" id="{88710A6D-5F96-4DBF-96A8-5C1E4E75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2efe471dc44cf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C1FF782A-2025-4F8A-B69A-E8EAD2FE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80A2FD54-F882-46FC-962D-A89BE8A4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1139-594">
            <a:extLst xmlns:a="http://schemas.openxmlformats.org/drawingml/2006/main">
              <a:ext uri="{FF2B5EF4-FFF2-40B4-BE49-F238E27FC236}">
                <a16:creationId xmlns:a16="http://schemas.microsoft.com/office/drawing/2014/main" id="{7B7D7AD6-DD19-415E-9C19-249B351B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2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1139-594">
            <a:extLst xmlns:a="http://schemas.openxmlformats.org/drawingml/2006/main">
              <a:ext uri="{FF2B5EF4-FFF2-40B4-BE49-F238E27FC236}">
                <a16:creationId xmlns:a16="http://schemas.microsoft.com/office/drawing/2014/main" id="{951DD98D-F5B2-469E-8BE5-EA8441F8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81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08-594">
            <a:extLst xmlns:a="http://schemas.openxmlformats.org/drawingml/2006/main">
              <a:ext uri="{FF2B5EF4-FFF2-40B4-BE49-F238E27FC236}">
                <a16:creationId xmlns:a16="http://schemas.microsoft.com/office/drawing/2014/main" id="{7E0A2242-640D-4FA7-BA1A-42D05182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2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08-594">
            <a:extLst xmlns:a="http://schemas.openxmlformats.org/drawingml/2006/main">
              <a:ext uri="{FF2B5EF4-FFF2-40B4-BE49-F238E27FC236}">
                <a16:creationId xmlns:a16="http://schemas.microsoft.com/office/drawing/2014/main" id="{3FE53953-A176-4AF9-A7E8-F2E3E1C8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81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802-482">
            <a:extLst xmlns:a="http://schemas.openxmlformats.org/drawingml/2006/main">
              <a:ext uri="{FF2B5EF4-FFF2-40B4-BE49-F238E27FC236}">
                <a16:creationId xmlns:a16="http://schemas.microsoft.com/office/drawing/2014/main" id="{3B4F3D14-C574-4A84-85CB-CA51CD34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57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802-482">
            <a:extLst xmlns:a="http://schemas.openxmlformats.org/drawingml/2006/main">
              <a:ext uri="{FF2B5EF4-FFF2-40B4-BE49-F238E27FC236}">
                <a16:creationId xmlns:a16="http://schemas.microsoft.com/office/drawing/2014/main" id="{7DEB4D4C-DAB6-465A-8639-6D68F378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148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735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5">
            <a:extLst xmlns:a="http://schemas.openxmlformats.org/drawingml/2006/main">
              <a:ext uri="{FF2B5EF4-FFF2-40B4-BE49-F238E27FC236}">
                <a16:creationId xmlns:a16="http://schemas.microsoft.com/office/drawing/2014/main" id="{BCB9CA4B-EEE6-4F15-BB6D-32F31E14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5122557-70C5-4AB3-B897-6E85384D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Workflow editing now opens as a node list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3803C71E-6D60-4F35-A599-E1CB3D00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callout-circle-1-126">
            <a:extLst xmlns:a="http://schemas.openxmlformats.org/drawingml/2006/main">
              <a:ext uri="{FF2B5EF4-FFF2-40B4-BE49-F238E27FC236}">
                <a16:creationId xmlns:a16="http://schemas.microsoft.com/office/drawing/2014/main" id="{891349B7-4AEC-4E95-819D-15515A17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26">
            <a:extLst xmlns:a="http://schemas.openxmlformats.org/drawingml/2006/main">
              <a:ext uri="{FF2B5EF4-FFF2-40B4-BE49-F238E27FC236}">
                <a16:creationId xmlns:a16="http://schemas.microsoft.com/office/drawing/2014/main" id="{4DB14C9A-3831-401F-ACFB-A030AEC2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26">
            <a:extLst xmlns:a="http://schemas.openxmlformats.org/drawingml/2006/main">
              <a:ext uri="{FF2B5EF4-FFF2-40B4-BE49-F238E27FC236}">
                <a16:creationId xmlns:a16="http://schemas.microsoft.com/office/drawing/2014/main" id="{D0D3CE85-3B48-408E-822D-096E25F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Recipe details</a:t>
            </a:r>
          </a:p>
        </p:txBody>
      </p:sp>
      <p:sp>
        <p:nvSpPr>
          <p:cNvPr id="7" name="callout-body-1-126">
            <a:extLst xmlns:a="http://schemas.openxmlformats.org/drawingml/2006/main">
              <a:ext uri="{FF2B5EF4-FFF2-40B4-BE49-F238E27FC236}">
                <a16:creationId xmlns:a16="http://schemas.microsoft.com/office/drawing/2014/main" id="{CC62984C-0325-41C0-B204-75BCC7EB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Workflow name and key are still editable.</a:t>
            </a:r>
          </a:p>
        </p:txBody>
      </p:sp>
      <p:sp>
        <p:nvSpPr>
          <p:cNvPr id="8" name="callout-circle-2-230">
            <a:extLst xmlns:a="http://schemas.openxmlformats.org/drawingml/2006/main">
              <a:ext uri="{FF2B5EF4-FFF2-40B4-BE49-F238E27FC236}">
                <a16:creationId xmlns:a16="http://schemas.microsoft.com/office/drawing/2014/main" id="{E1055FD3-1A2D-4FD6-901D-8F763FEF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0">
            <a:extLst xmlns:a="http://schemas.openxmlformats.org/drawingml/2006/main">
              <a:ext uri="{FF2B5EF4-FFF2-40B4-BE49-F238E27FC236}">
                <a16:creationId xmlns:a16="http://schemas.microsoft.com/office/drawing/2014/main" id="{9C98F37E-27F0-482B-9F43-5F599ADE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0">
            <a:extLst xmlns:a="http://schemas.openxmlformats.org/drawingml/2006/main">
              <a:ext uri="{FF2B5EF4-FFF2-40B4-BE49-F238E27FC236}">
                <a16:creationId xmlns:a16="http://schemas.microsoft.com/office/drawing/2014/main" id="{74A11364-D251-43CD-BC86-88652899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list</a:t>
            </a:r>
          </a:p>
        </p:txBody>
      </p:sp>
      <p:sp>
        <p:nvSpPr>
          <p:cNvPr id="11" name="callout-body-2-230">
            <a:extLst xmlns:a="http://schemas.openxmlformats.org/drawingml/2006/main">
              <a:ext uri="{FF2B5EF4-FFF2-40B4-BE49-F238E27FC236}">
                <a16:creationId xmlns:a16="http://schemas.microsoft.com/office/drawing/2014/main" id="{C5286E8C-C08D-45CA-98E3-7F2C3875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Nodes are selected from a list on the left.</a:t>
            </a:r>
          </a:p>
        </p:txBody>
      </p:sp>
      <p:sp>
        <p:nvSpPr>
          <p:cNvPr id="12" name="callout-circle-3-334">
            <a:extLst xmlns:a="http://schemas.openxmlformats.org/drawingml/2006/main">
              <a:ext uri="{FF2B5EF4-FFF2-40B4-BE49-F238E27FC236}">
                <a16:creationId xmlns:a16="http://schemas.microsoft.com/office/drawing/2014/main" id="{BA02994E-E0DA-4C6D-B05A-3B4110B3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34">
            <a:extLst xmlns:a="http://schemas.openxmlformats.org/drawingml/2006/main">
              <a:ext uri="{FF2B5EF4-FFF2-40B4-BE49-F238E27FC236}">
                <a16:creationId xmlns:a16="http://schemas.microsoft.com/office/drawing/2014/main" id="{8A5F74A0-D522-4EB0-B0B9-85423E9F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34">
            <a:extLst xmlns:a="http://schemas.openxmlformats.org/drawingml/2006/main">
              <a:ext uri="{FF2B5EF4-FFF2-40B4-BE49-F238E27FC236}">
                <a16:creationId xmlns:a16="http://schemas.microsoft.com/office/drawing/2014/main" id="{434A5B3D-2015-481A-BBD3-209276D1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form</a:t>
            </a:r>
          </a:p>
        </p:txBody>
      </p:sp>
      <p:sp>
        <p:nvSpPr>
          <p:cNvPr id="15" name="callout-body-3-334">
            <a:extLst xmlns:a="http://schemas.openxmlformats.org/drawingml/2006/main">
              <a:ext uri="{FF2B5EF4-FFF2-40B4-BE49-F238E27FC236}">
                <a16:creationId xmlns:a16="http://schemas.microsoft.com/office/drawing/2014/main" id="{466D2A4A-7CAD-412B-A5E9-F87A9EF8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selected node opens as a form on the right.</a:t>
            </a:r>
          </a:p>
        </p:txBody>
      </p:sp>
      <p:sp>
        <p:nvSpPr>
          <p:cNvPr id="16" name="issue-548">
            <a:extLst xmlns:a="http://schemas.openxmlformats.org/drawingml/2006/main">
              <a:ext uri="{FF2B5EF4-FFF2-40B4-BE49-F238E27FC236}">
                <a16:creationId xmlns:a16="http://schemas.microsoft.com/office/drawing/2014/main" id="{6D3295DE-AB7C-46EE-B4E6-65CFACE6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562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17" name="issue-text-548">
            <a:extLst xmlns:a="http://schemas.openxmlformats.org/drawingml/2006/main">
              <a:ext uri="{FF2B5EF4-FFF2-40B4-BE49-F238E27FC236}">
                <a16:creationId xmlns:a16="http://schemas.microsoft.com/office/drawing/2014/main" id="{97AC910E-DBC2-4367-8D51-FA983A6F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Known problem: this list replaced the old flow canvas. The canvas should return.</a:t>
            </a:r>
          </a:p>
        </p:txBody>
      </p:sp>
      <p:sp>
        <p:nvSpPr>
          <p:cNvPr id="18" name="frame-03-workflow-node-profile.jpg">
            <a:extLst xmlns:a="http://schemas.openxmlformats.org/drawingml/2006/main">
              <a:ext uri="{FF2B5EF4-FFF2-40B4-BE49-F238E27FC236}">
                <a16:creationId xmlns:a16="http://schemas.microsoft.com/office/drawing/2014/main" id="{35181EE2-9EF3-4E64-BDB6-084C816C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2c4764f2a47a6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0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16AA97A6-5E02-4AD0-A3AA-092A7191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21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494354EC-0068-420A-A3EC-1D86FE6B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2" name="marker-1-915-192">
            <a:extLst xmlns:a="http://schemas.openxmlformats.org/drawingml/2006/main">
              <a:ext uri="{FF2B5EF4-FFF2-40B4-BE49-F238E27FC236}">
                <a16:creationId xmlns:a16="http://schemas.microsoft.com/office/drawing/2014/main" id="{109EEC33-33B1-41D2-B13E-0504D4E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1-915-192">
            <a:extLst xmlns:a="http://schemas.openxmlformats.org/drawingml/2006/main">
              <a:ext uri="{FF2B5EF4-FFF2-40B4-BE49-F238E27FC236}">
                <a16:creationId xmlns:a16="http://schemas.microsoft.com/office/drawing/2014/main" id="{160E024B-9909-433F-A895-2B907968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752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marker-2-594-331">
            <a:extLst xmlns:a="http://schemas.openxmlformats.org/drawingml/2006/main">
              <a:ext uri="{FF2B5EF4-FFF2-40B4-BE49-F238E27FC236}">
                <a16:creationId xmlns:a16="http://schemas.microsoft.com/office/drawing/2014/main" id="{012C1F60-F919-4AB3-8E7E-A6A6080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2-594-331">
            <a:extLst xmlns:a="http://schemas.openxmlformats.org/drawingml/2006/main">
              <a:ext uri="{FF2B5EF4-FFF2-40B4-BE49-F238E27FC236}">
                <a16:creationId xmlns:a16="http://schemas.microsoft.com/office/drawing/2014/main" id="{2C052330-A80C-467F-8F41-E3D34FF9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765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marker-3-927-335">
            <a:extLst xmlns:a="http://schemas.openxmlformats.org/drawingml/2006/main">
              <a:ext uri="{FF2B5EF4-FFF2-40B4-BE49-F238E27FC236}">
                <a16:creationId xmlns:a16="http://schemas.microsoft.com/office/drawing/2014/main" id="{8E38FA93-608F-4CE5-8D1F-1CCB5DD1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57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marker-number-3-927-335">
            <a:extLst xmlns:a="http://schemas.openxmlformats.org/drawingml/2006/main">
              <a:ext uri="{FF2B5EF4-FFF2-40B4-BE49-F238E27FC236}">
                <a16:creationId xmlns:a16="http://schemas.microsoft.com/office/drawing/2014/main" id="{DC0CEDA0-A4D4-48B0-8701-22EBA358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146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marker-!-688-331">
            <a:extLst xmlns:a="http://schemas.openxmlformats.org/drawingml/2006/main">
              <a:ext uri="{FF2B5EF4-FFF2-40B4-BE49-F238E27FC236}">
                <a16:creationId xmlns:a16="http://schemas.microsoft.com/office/drawing/2014/main" id="{5241CB14-6679-4DD6-842C-AE63F342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35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marker-number-!-688-331">
            <a:extLst xmlns:a="http://schemas.openxmlformats.org/drawingml/2006/main">
              <a:ext uri="{FF2B5EF4-FFF2-40B4-BE49-F238E27FC236}">
                <a16:creationId xmlns:a16="http://schemas.microsoft.com/office/drawing/2014/main" id="{3C0C2FBE-A937-493B-921D-523E0FFF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765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56166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6">
            <a:extLst xmlns:a="http://schemas.openxmlformats.org/drawingml/2006/main">
              <a:ext uri="{FF2B5EF4-FFF2-40B4-BE49-F238E27FC236}">
                <a16:creationId xmlns:a16="http://schemas.microsoft.com/office/drawing/2014/main" id="{9A510B49-23A4-4F83-92D9-5D6BCA9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7525C42-4191-49EB-8370-0F52B7FD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node setup can be copied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DF2EEBE6-F95C-4C78-BB85-26A33F8D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2FCA006B-681D-4A01-B008-598FD11A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890D0811-55F1-40EE-913C-CEB158D4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E5101C2B-1D79-4B31-9584-D703B2A9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Copy from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86210342-884D-45E2-9EF6-7629FE53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Pick an existing node as the source.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BC884A07-BD47-4D64-B437-7E3E6B7F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406CD17C-2226-45EA-8F79-B018D777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D4EB637B-FE4F-46B6-B1AF-7058DE57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Apply copy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4FB6BD4F-BF5E-4377-92DE-30758FF4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Copy its settings into the current node.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39392FD3-B673-4EF5-A3D5-773C9284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177C5B78-EC18-4968-8EC3-0E7B7474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B70AC680-20F0-4C13-A688-B0CEECCA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Edit after copy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D820CCC2-CEA1-41A3-85CE-DBD5A297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new node remains separate and can be changed.</a:t>
            </a:r>
          </a:p>
        </p:txBody>
      </p:sp>
      <p:sp>
        <p:nvSpPr>
          <p:cNvPr id="16" name="frame-11-copy-node-configuration.png">
            <a:extLst xmlns:a="http://schemas.openxmlformats.org/drawingml/2006/main">
              <a:ext uri="{FF2B5EF4-FFF2-40B4-BE49-F238E27FC236}">
                <a16:creationId xmlns:a16="http://schemas.microsoft.com/office/drawing/2014/main" id="{D8E22775-F5FA-47D8-99AA-121C423A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800ce712c4a92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2C9FC32E-4E59-48D1-96B2-460E7B96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01E93EE3-80B9-4C4E-9D49-9AA2678F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899-305">
            <a:extLst xmlns:a="http://schemas.openxmlformats.org/drawingml/2006/main">
              <a:ext uri="{FF2B5EF4-FFF2-40B4-BE49-F238E27FC236}">
                <a16:creationId xmlns:a16="http://schemas.microsoft.com/office/drawing/2014/main" id="{4C5D792F-FC96-44E1-8A73-6CCA6BAE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71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99-305">
            <a:extLst xmlns:a="http://schemas.openxmlformats.org/drawingml/2006/main">
              <a:ext uri="{FF2B5EF4-FFF2-40B4-BE49-F238E27FC236}">
                <a16:creationId xmlns:a16="http://schemas.microsoft.com/office/drawing/2014/main" id="{BCFB2A3E-F008-4B94-B972-993BADF7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28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137-305">
            <a:extLst xmlns:a="http://schemas.openxmlformats.org/drawingml/2006/main">
              <a:ext uri="{FF2B5EF4-FFF2-40B4-BE49-F238E27FC236}">
                <a16:creationId xmlns:a16="http://schemas.microsoft.com/office/drawing/2014/main" id="{705BF2E4-A738-411B-B64B-CABB6D6E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771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137-305">
            <a:extLst xmlns:a="http://schemas.openxmlformats.org/drawingml/2006/main">
              <a:ext uri="{FF2B5EF4-FFF2-40B4-BE49-F238E27FC236}">
                <a16:creationId xmlns:a16="http://schemas.microsoft.com/office/drawing/2014/main" id="{55D25766-B426-4DED-8EDB-76771445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828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945-409">
            <a:extLst xmlns:a="http://schemas.openxmlformats.org/drawingml/2006/main">
              <a:ext uri="{FF2B5EF4-FFF2-40B4-BE49-F238E27FC236}">
                <a16:creationId xmlns:a16="http://schemas.microsoft.com/office/drawing/2014/main" id="{0C495170-166E-43E1-9E4B-76289DDE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62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945-409">
            <a:extLst xmlns:a="http://schemas.openxmlformats.org/drawingml/2006/main">
              <a:ext uri="{FF2B5EF4-FFF2-40B4-BE49-F238E27FC236}">
                <a16:creationId xmlns:a16="http://schemas.microsoft.com/office/drawing/2014/main" id="{471F6538-03E9-4A06-AFC9-2FD8E5AC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195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26286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7">
            <a:extLst xmlns:a="http://schemas.openxmlformats.org/drawingml/2006/main">
              <a:ext uri="{FF2B5EF4-FFF2-40B4-BE49-F238E27FC236}">
                <a16:creationId xmlns:a16="http://schemas.microsoft.com/office/drawing/2014/main" id="{1352C3AC-C98E-40B7-A656-2C70FE56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734D4BA-AED0-4129-940B-052A4E6A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node sets defaults and limits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0E090BFF-9FA1-40EA-8381-FF33BA0B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FB94AA41-B4BD-4016-B2A5-D4F8B526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A43C73A6-9EDD-4893-AEFF-FC2495D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33813C23-C957-4A7F-A84D-670CB082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Capability Profile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116B56B9-DD8A-4457-B07C-4D15061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node picks one profile as its starting limit.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B0F10A88-AE83-4242-A01F-9F78191E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813233A6-6CA2-4F08-A7D5-E26BC777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AFC4380C-8ED8-4DDC-BF1A-D9D31D21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Defaults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B02604B7-6600-45B6-9207-C2B7614F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node sets the model, reasoning, and sandbox used by Workflow messages.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6046305A-A9ED-485D-972A-1379C187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664B89A5-C3BD-49DD-8F0C-A152374F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F461BD35-EBD6-4D9B-83DD-F409EB04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Prompt and identity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6AAC8A4F-46F8-4871-8AE0-E6CEB5BA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node also stores its first prompt and display identity.</a:t>
            </a:r>
          </a:p>
        </p:txBody>
      </p:sp>
      <p:sp>
        <p:nvSpPr>
          <p:cNvPr id="16" name="frame-04-node-restrictions-and-defaults.jpg">
            <a:extLst xmlns:a="http://schemas.openxmlformats.org/drawingml/2006/main">
              <a:ext uri="{FF2B5EF4-FFF2-40B4-BE49-F238E27FC236}">
                <a16:creationId xmlns:a16="http://schemas.microsoft.com/office/drawing/2014/main" id="{F02B2208-247B-4096-90F6-15EF9D21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3b3720a07462f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51F76E1E-38E7-4C49-A0C9-A887F309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7B6319B1-5E12-4415-A6C5-0B626CA7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780-263">
            <a:extLst xmlns:a="http://schemas.openxmlformats.org/drawingml/2006/main">
              <a:ext uri="{FF2B5EF4-FFF2-40B4-BE49-F238E27FC236}">
                <a16:creationId xmlns:a16="http://schemas.microsoft.com/office/drawing/2014/main" id="{08055872-23A9-4B30-B659-D4AEE5DF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780-263">
            <a:extLst xmlns:a="http://schemas.openxmlformats.org/drawingml/2006/main">
              <a:ext uri="{FF2B5EF4-FFF2-40B4-BE49-F238E27FC236}">
                <a16:creationId xmlns:a16="http://schemas.microsoft.com/office/drawing/2014/main" id="{93E8FA0C-B242-48AA-BA54-6E30A61A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288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20-353">
            <a:extLst xmlns:a="http://schemas.openxmlformats.org/drawingml/2006/main">
              <a:ext uri="{FF2B5EF4-FFF2-40B4-BE49-F238E27FC236}">
                <a16:creationId xmlns:a16="http://schemas.microsoft.com/office/drawing/2014/main" id="{BD01E515-F842-4ACC-813B-6E7548E5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28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20-353">
            <a:extLst xmlns:a="http://schemas.openxmlformats.org/drawingml/2006/main">
              <a:ext uri="{FF2B5EF4-FFF2-40B4-BE49-F238E27FC236}">
                <a16:creationId xmlns:a16="http://schemas.microsoft.com/office/drawing/2014/main" id="{896392DA-85F3-4577-9BB3-F0C42CA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861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976-539">
            <a:extLst xmlns:a="http://schemas.openxmlformats.org/drawingml/2006/main">
              <a:ext uri="{FF2B5EF4-FFF2-40B4-BE49-F238E27FC236}">
                <a16:creationId xmlns:a16="http://schemas.microsoft.com/office/drawing/2014/main" id="{D20064D4-3261-4B66-978B-4015486C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00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976-539">
            <a:extLst xmlns:a="http://schemas.openxmlformats.org/drawingml/2006/main">
              <a:ext uri="{FF2B5EF4-FFF2-40B4-BE49-F238E27FC236}">
                <a16:creationId xmlns:a16="http://schemas.microsoft.com/office/drawing/2014/main" id="{13E24FA4-5DC7-471A-8722-E6D41F41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577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9437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8">
            <a:extLst xmlns:a="http://schemas.openxmlformats.org/drawingml/2006/main">
              <a:ext uri="{FF2B5EF4-FFF2-40B4-BE49-F238E27FC236}">
                <a16:creationId xmlns:a16="http://schemas.microsoft.com/office/drawing/2014/main" id="{A16DC0D4-7822-4AA0-8CE0-7CECD917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73B3AF4-8121-4AD8-84C0-22C5F53B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connection defines an event trigger</a:t>
            </a:r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313659A9-4406-4E7D-AA14-983B17EE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666A38A5-6E7C-4AA8-9F0F-3A73B31E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F2D64999-A98A-4650-A3A6-6ABFCCE4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2F372452-604D-4D30-8664-6FE50D3E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From and to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775ACB89-2B0A-4BD8-A6C6-73F03EF5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connection names its source and destination nodes.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01B7A6A3-5857-413F-9A5E-E3C9A350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B107D7AD-D1A5-4FC2-96CC-6DD406B3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A42847E9-242E-43D5-8FF3-A8419FC0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FB8C3C30-7B80-4B18-ADB7-0E0B1C18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Choose what starts the event.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FCD426FE-B779-47E2-9191-107D8356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2CBA20B2-46B0-4E47-AFEA-42ACD56B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D16635CC-3DBC-4357-A748-63824EA4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Prompt order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982C5073-0A9B-4BBE-8C5F-9A41F630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prompt sources are listed in delivery order.</a:t>
            </a:r>
          </a:p>
        </p:txBody>
      </p:sp>
      <p:sp>
        <p:nvSpPr>
          <p:cNvPr id="16" name="frame-05-connection-trigger-and-prompt.jpg">
            <a:extLst xmlns:a="http://schemas.openxmlformats.org/drawingml/2006/main">
              <a:ext uri="{FF2B5EF4-FFF2-40B4-BE49-F238E27FC236}">
                <a16:creationId xmlns:a16="http://schemas.microsoft.com/office/drawing/2014/main" id="{29B65B2E-37C3-479C-8959-2877DED8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5e459559d487a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2958A746-FB0D-4C86-997F-E8F83B18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A2DD83FF-BEC2-4FF4-A542-9AA254FE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842-217">
            <a:extLst xmlns:a="http://schemas.openxmlformats.org/drawingml/2006/main">
              <a:ext uri="{FF2B5EF4-FFF2-40B4-BE49-F238E27FC236}">
                <a16:creationId xmlns:a16="http://schemas.microsoft.com/office/drawing/2014/main" id="{1293721F-949C-444A-BD35-C469AA5D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33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42-217">
            <a:extLst xmlns:a="http://schemas.openxmlformats.org/drawingml/2006/main">
              <a:ext uri="{FF2B5EF4-FFF2-40B4-BE49-F238E27FC236}">
                <a16:creationId xmlns:a16="http://schemas.microsoft.com/office/drawing/2014/main" id="{D5C2254D-AE65-4E4A-835A-79AC97E5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907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45-311">
            <a:extLst xmlns:a="http://schemas.openxmlformats.org/drawingml/2006/main">
              <a:ext uri="{FF2B5EF4-FFF2-40B4-BE49-F238E27FC236}">
                <a16:creationId xmlns:a16="http://schemas.microsoft.com/office/drawing/2014/main" id="{F2DC1663-AF8C-4558-81C5-02B33523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45-311">
            <a:extLst xmlns:a="http://schemas.openxmlformats.org/drawingml/2006/main">
              <a:ext uri="{FF2B5EF4-FFF2-40B4-BE49-F238E27FC236}">
                <a16:creationId xmlns:a16="http://schemas.microsoft.com/office/drawing/2014/main" id="{0A8DAC64-22E0-4340-B229-44932B9E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86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927-478">
            <a:extLst xmlns:a="http://schemas.openxmlformats.org/drawingml/2006/main">
              <a:ext uri="{FF2B5EF4-FFF2-40B4-BE49-F238E27FC236}">
                <a16:creationId xmlns:a16="http://schemas.microsoft.com/office/drawing/2014/main" id="{BB4C2D9A-3A48-4B41-AC7C-01BBC61D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19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927-478">
            <a:extLst xmlns:a="http://schemas.openxmlformats.org/drawingml/2006/main">
              <a:ext uri="{FF2B5EF4-FFF2-40B4-BE49-F238E27FC236}">
                <a16:creationId xmlns:a16="http://schemas.microsoft.com/office/drawing/2014/main" id="{02420FDE-558C-4D9E-BE87-943329A1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767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7840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9">
            <a:extLst xmlns:a="http://schemas.openxmlformats.org/drawingml/2006/main">
              <a:ext uri="{FF2B5EF4-FFF2-40B4-BE49-F238E27FC236}">
                <a16:creationId xmlns:a16="http://schemas.microsoft.com/office/drawing/2014/main" id="{52E81497-FBC0-4DEC-A457-C3E4CBC4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CB025135-414E-4E96-A779-F2C99A91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connection builds the prompt and finds Sessions</a:t>
            </a:r>
          </a:p>
        </p:txBody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75D0AEDC-DF52-4535-9920-43A5ABD8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57D6EC9D-72E2-494A-84E2-670C3568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9C32B46B-74A2-4CA4-A100-DF9CA535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14DB3A6B-F6F5-4C9A-A2D8-D8C0B1D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Prompt sources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7769B32F-D938-4E69-ACF2-2A43B7A3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Connection text, MCP values, file name, and node prompt can be combined.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B05CC2D0-817B-4B4F-B3C0-944AF8E2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7CD547BE-E571-417B-B951-B7DD4ACF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5B32D5C1-E1F7-4534-90B4-9EDAE56A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Target rules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084A64BD-2300-493C-92F6-8DEF0E6C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Find Sessions by node and relation, then choose first, all, or newest.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822EE25D-2F4D-4E4E-A769-2C9D59C1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B09C1901-F53A-4AAA-B298-8A096E70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30705C51-575F-4652-85E6-8846AAC5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Create if missing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16926963-C2C8-4294-849E-6A90D9EE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event may create a Session when no match exists.</a:t>
            </a:r>
          </a:p>
        </p:txBody>
      </p:sp>
      <p:sp>
        <p:nvSpPr>
          <p:cNvPr id="16" name="frame-06-connection-prompt-and-target.jpg">
            <a:extLst xmlns:a="http://schemas.openxmlformats.org/drawingml/2006/main">
              <a:ext uri="{FF2B5EF4-FFF2-40B4-BE49-F238E27FC236}">
                <a16:creationId xmlns:a16="http://schemas.microsoft.com/office/drawing/2014/main" id="{9B6FB755-370B-45FC-804E-B6B210CB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c95c844474961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55891B32-B3EB-4900-8B38-9837D6FF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DA2D9DE0-B512-47A1-BA23-386F2EE7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811-248">
            <a:extLst xmlns:a="http://schemas.openxmlformats.org/drawingml/2006/main">
              <a:ext uri="{FF2B5EF4-FFF2-40B4-BE49-F238E27FC236}">
                <a16:creationId xmlns:a16="http://schemas.microsoft.com/office/drawing/2014/main" id="{8A43F91D-C19C-4863-8397-165666A9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28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11-248">
            <a:extLst xmlns:a="http://schemas.openxmlformats.org/drawingml/2006/main">
              <a:ext uri="{FF2B5EF4-FFF2-40B4-BE49-F238E27FC236}">
                <a16:creationId xmlns:a16="http://schemas.microsoft.com/office/drawing/2014/main" id="{9F7CDE97-F7CC-4667-AC3A-778BFC21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860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60-425">
            <a:extLst xmlns:a="http://schemas.openxmlformats.org/drawingml/2006/main">
              <a:ext uri="{FF2B5EF4-FFF2-40B4-BE49-F238E27FC236}">
                <a16:creationId xmlns:a16="http://schemas.microsoft.com/office/drawing/2014/main" id="{8A1E6B26-D96F-4D65-BE25-951F9A5E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14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60-425">
            <a:extLst xmlns:a="http://schemas.openxmlformats.org/drawingml/2006/main">
              <a:ext uri="{FF2B5EF4-FFF2-40B4-BE49-F238E27FC236}">
                <a16:creationId xmlns:a16="http://schemas.microsoft.com/office/drawing/2014/main" id="{A1D4AA56-988D-49A2-9E11-4DF58B54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71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95-560">
            <a:extLst xmlns:a="http://schemas.openxmlformats.org/drawingml/2006/main">
              <a:ext uri="{FF2B5EF4-FFF2-40B4-BE49-F238E27FC236}">
                <a16:creationId xmlns:a16="http://schemas.microsoft.com/office/drawing/2014/main" id="{57D806D9-A892-4ECC-80BA-725BB8F1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00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95-560">
            <a:extLst xmlns:a="http://schemas.openxmlformats.org/drawingml/2006/main">
              <a:ext uri="{FF2B5EF4-FFF2-40B4-BE49-F238E27FC236}">
                <a16:creationId xmlns:a16="http://schemas.microsoft.com/office/drawing/2014/main" id="{2359C007-FA72-48B8-8D45-7927E243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57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83094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10">
            <a:extLst xmlns:a="http://schemas.openxmlformats.org/drawingml/2006/main">
              <a:ext uri="{FF2B5EF4-FFF2-40B4-BE49-F238E27FC236}">
                <a16:creationId xmlns:a16="http://schemas.microsoft.com/office/drawing/2014/main" id="{D6CC700C-6134-402F-9BAD-9D4938E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COMPILE AND RUN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10576B7-D662-4FE3-9D09-6C3CB2FA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Compile builds Session Events for a run</a:t>
            </a:r>
          </a:p>
        </p:txBody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E01B7B49-8295-403E-8AF2-83856C8F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callout-circle-1-126">
            <a:extLst xmlns:a="http://schemas.openxmlformats.org/drawingml/2006/main">
              <a:ext uri="{FF2B5EF4-FFF2-40B4-BE49-F238E27FC236}">
                <a16:creationId xmlns:a16="http://schemas.microsoft.com/office/drawing/2014/main" id="{3CDE99B7-BCE5-4166-85E3-0BB74E7C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26">
            <a:extLst xmlns:a="http://schemas.openxmlformats.org/drawingml/2006/main">
              <a:ext uri="{FF2B5EF4-FFF2-40B4-BE49-F238E27FC236}">
                <a16:creationId xmlns:a16="http://schemas.microsoft.com/office/drawing/2014/main" id="{2F92A7D4-28FA-4872-AEF6-30B1BE6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26">
            <a:extLst xmlns:a="http://schemas.openxmlformats.org/drawingml/2006/main">
              <a:ext uri="{FF2B5EF4-FFF2-40B4-BE49-F238E27FC236}">
                <a16:creationId xmlns:a16="http://schemas.microsoft.com/office/drawing/2014/main" id="{644B46C8-2BD3-4B81-9297-4D86A74C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Instance ID</a:t>
            </a:r>
          </a:p>
        </p:txBody>
      </p:sp>
      <p:sp>
        <p:nvSpPr>
          <p:cNvPr id="7" name="callout-body-1-126">
            <a:extLst xmlns:a="http://schemas.openxmlformats.org/drawingml/2006/main">
              <a:ext uri="{FF2B5EF4-FFF2-40B4-BE49-F238E27FC236}">
                <a16:creationId xmlns:a16="http://schemas.microsoft.com/office/drawing/2014/main" id="{7552CE76-29DE-41D1-80CC-2BD37080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typed ID is used to scope the compiled event.</a:t>
            </a:r>
          </a:p>
        </p:txBody>
      </p:sp>
      <p:sp>
        <p:nvSpPr>
          <p:cNvPr id="8" name="callout-circle-2-230">
            <a:extLst xmlns:a="http://schemas.openxmlformats.org/drawingml/2006/main">
              <a:ext uri="{FF2B5EF4-FFF2-40B4-BE49-F238E27FC236}">
                <a16:creationId xmlns:a16="http://schemas.microsoft.com/office/drawing/2014/main" id="{56057415-3776-488E-B37A-F60B8E8C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0">
            <a:extLst xmlns:a="http://schemas.openxmlformats.org/drawingml/2006/main">
              <a:ext uri="{FF2B5EF4-FFF2-40B4-BE49-F238E27FC236}">
                <a16:creationId xmlns:a16="http://schemas.microsoft.com/office/drawing/2014/main" id="{FB1F2E5A-2FB8-4D17-B0ED-092C897E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0">
            <a:extLst xmlns:a="http://schemas.openxmlformats.org/drawingml/2006/main">
              <a:ext uri="{FF2B5EF4-FFF2-40B4-BE49-F238E27FC236}">
                <a16:creationId xmlns:a16="http://schemas.microsoft.com/office/drawing/2014/main" id="{D57746E3-8399-43C2-B3B2-FF8852E4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Compile</a:t>
            </a:r>
          </a:p>
        </p:txBody>
      </p:sp>
      <p:sp>
        <p:nvSpPr>
          <p:cNvPr id="11" name="callout-body-2-230">
            <a:extLst xmlns:a="http://schemas.openxmlformats.org/drawingml/2006/main">
              <a:ext uri="{FF2B5EF4-FFF2-40B4-BE49-F238E27FC236}">
                <a16:creationId xmlns:a16="http://schemas.microsoft.com/office/drawing/2014/main" id="{22A2CE83-7E63-450D-8285-1A5638FB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Compile shows the event definitions before they run.</a:t>
            </a:r>
          </a:p>
        </p:txBody>
      </p:sp>
      <p:sp>
        <p:nvSpPr>
          <p:cNvPr id="12" name="callout-circle-3-334">
            <a:extLst xmlns:a="http://schemas.openxmlformats.org/drawingml/2006/main">
              <a:ext uri="{FF2B5EF4-FFF2-40B4-BE49-F238E27FC236}">
                <a16:creationId xmlns:a16="http://schemas.microsoft.com/office/drawing/2014/main" id="{D69052FC-78A3-4E84-8E4C-5F0513D3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34">
            <a:extLst xmlns:a="http://schemas.openxmlformats.org/drawingml/2006/main">
              <a:ext uri="{FF2B5EF4-FFF2-40B4-BE49-F238E27FC236}">
                <a16:creationId xmlns:a16="http://schemas.microsoft.com/office/drawing/2014/main" id="{A12C22EB-6EBC-41C7-9CB1-057FA6A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34">
            <a:extLst xmlns:a="http://schemas.openxmlformats.org/drawingml/2006/main">
              <a:ext uri="{FF2B5EF4-FFF2-40B4-BE49-F238E27FC236}">
                <a16:creationId xmlns:a16="http://schemas.microsoft.com/office/drawing/2014/main" id="{81C858BD-F25B-4DD4-B157-7C73AA03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Staged request</a:t>
            </a:r>
          </a:p>
        </p:txBody>
      </p:sp>
      <p:sp>
        <p:nvSpPr>
          <p:cNvPr id="15" name="callout-body-3-334">
            <a:extLst xmlns:a="http://schemas.openxmlformats.org/drawingml/2006/main">
              <a:ext uri="{FF2B5EF4-FFF2-40B4-BE49-F238E27FC236}">
                <a16:creationId xmlns:a16="http://schemas.microsoft.com/office/drawing/2014/main" id="{196B47F8-15F8-4301-B59C-086214CF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user-triggered event can be prepared without sending it.</a:t>
            </a:r>
          </a:p>
        </p:txBody>
      </p:sp>
      <p:sp>
        <p:nvSpPr>
          <p:cNvPr id="16" name="issue-548">
            <a:extLst xmlns:a="http://schemas.openxmlformats.org/drawingml/2006/main">
              <a:ext uri="{FF2B5EF4-FFF2-40B4-BE49-F238E27FC236}">
                <a16:creationId xmlns:a16="http://schemas.microsoft.com/office/drawing/2014/main" id="{2BB04BFB-6EE8-40D4-AFCA-9B237FDF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562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17" name="issue-text-548">
            <a:extLst xmlns:a="http://schemas.openxmlformats.org/drawingml/2006/main">
              <a:ext uri="{FF2B5EF4-FFF2-40B4-BE49-F238E27FC236}">
                <a16:creationId xmlns:a16="http://schemas.microsoft.com/office/drawing/2014/main" id="{5F07BB4E-E0B4-467F-A80B-BA742038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Known problem: the old instance list and Create Workflow instance flow are missing. A typed ID is not a replacement.</a:t>
            </a:r>
          </a:p>
        </p:txBody>
      </p:sp>
      <p:sp>
        <p:nvSpPr>
          <p:cNvPr id="18" name="frame-07-compile-and-run.jpg">
            <a:extLst xmlns:a="http://schemas.openxmlformats.org/drawingml/2006/main">
              <a:ext uri="{FF2B5EF4-FFF2-40B4-BE49-F238E27FC236}">
                <a16:creationId xmlns:a16="http://schemas.microsoft.com/office/drawing/2014/main" id="{D8E23E4F-BC23-48E7-9D40-D8AAEE3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5dec354294a46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0" name="label-LIVE · NOT SENT-144">
            <a:extLst xmlns:a="http://schemas.openxmlformats.org/drawingml/2006/main">
              <a:ext uri="{FF2B5EF4-FFF2-40B4-BE49-F238E27FC236}">
                <a16:creationId xmlns:a16="http://schemas.microsoft.com/office/drawing/2014/main" id="{F100CF65-60D2-4648-A0B2-EB1211B3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1144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21" name="label-text-LIVE · NOT SENT-144">
            <a:extLst xmlns:a="http://schemas.openxmlformats.org/drawingml/2006/main">
              <a:ext uri="{FF2B5EF4-FFF2-40B4-BE49-F238E27FC236}">
                <a16:creationId xmlns:a16="http://schemas.microsoft.com/office/drawing/2014/main" id="{78E7C7C5-3210-41C8-B047-18CDEFA3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9239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· NOT SENT</a:t>
            </a:r>
          </a:p>
        </p:txBody>
      </p:sp>
      <p:sp>
        <p:nvSpPr>
          <p:cNvPr id="22" name="marker-1-804-220">
            <a:extLst xmlns:a="http://schemas.openxmlformats.org/drawingml/2006/main">
              <a:ext uri="{FF2B5EF4-FFF2-40B4-BE49-F238E27FC236}">
                <a16:creationId xmlns:a16="http://schemas.microsoft.com/office/drawing/2014/main" id="{EF89563C-0838-4179-A0F8-7F212594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1-804-220">
            <a:extLst xmlns:a="http://schemas.openxmlformats.org/drawingml/2006/main">
              <a:ext uri="{FF2B5EF4-FFF2-40B4-BE49-F238E27FC236}">
                <a16:creationId xmlns:a16="http://schemas.microsoft.com/office/drawing/2014/main" id="{FF6E364E-8DEB-4A30-8CB3-D9DE3138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marker-2-1124-220">
            <a:extLst xmlns:a="http://schemas.openxmlformats.org/drawingml/2006/main">
              <a:ext uri="{FF2B5EF4-FFF2-40B4-BE49-F238E27FC236}">
                <a16:creationId xmlns:a16="http://schemas.microsoft.com/office/drawing/2014/main" id="{E283F2C0-CF7E-4868-B2E5-D2BC5255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62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2-1124-220">
            <a:extLst xmlns:a="http://schemas.openxmlformats.org/drawingml/2006/main">
              <a:ext uri="{FF2B5EF4-FFF2-40B4-BE49-F238E27FC236}">
                <a16:creationId xmlns:a16="http://schemas.microsoft.com/office/drawing/2014/main" id="{A4BFE0BC-D6B0-4D93-8E6F-84E14E43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193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marker-3-997-514">
            <a:extLst xmlns:a="http://schemas.openxmlformats.org/drawingml/2006/main">
              <a:ext uri="{FF2B5EF4-FFF2-40B4-BE49-F238E27FC236}">
                <a16:creationId xmlns:a16="http://schemas.microsoft.com/office/drawing/2014/main" id="{44BD37BE-AAE3-44B1-B21A-39E723DA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762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marker-number-3-997-514">
            <a:extLst xmlns:a="http://schemas.openxmlformats.org/drawingml/2006/main">
              <a:ext uri="{FF2B5EF4-FFF2-40B4-BE49-F238E27FC236}">
                <a16:creationId xmlns:a16="http://schemas.microsoft.com/office/drawing/2014/main" id="{74D2D29B-9124-41A0-BDEF-AD02171D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819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marker-!-679-220">
            <a:extLst xmlns:a="http://schemas.openxmlformats.org/drawingml/2006/main">
              <a:ext uri="{FF2B5EF4-FFF2-40B4-BE49-F238E27FC236}">
                <a16:creationId xmlns:a16="http://schemas.microsoft.com/office/drawing/2014/main" id="{AB2B74DF-2025-4D11-949E-BBE70E43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62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35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marker-number-!-679-220">
            <a:extLst xmlns:a="http://schemas.openxmlformats.org/drawingml/2006/main">
              <a:ext uri="{FF2B5EF4-FFF2-40B4-BE49-F238E27FC236}">
                <a16:creationId xmlns:a16="http://schemas.microsoft.com/office/drawing/2014/main" id="{1EAA6E7E-62A4-4442-89CC-894DBB74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1958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1">
            <a:extLst xmlns:a="http://schemas.openxmlformats.org/drawingml/2006/main">
              <a:ext uri="{FF2B5EF4-FFF2-40B4-BE49-F238E27FC236}">
                <a16:creationId xmlns:a16="http://schemas.microsoft.com/office/drawing/2014/main" id="{8FCF5F2C-3A8A-4DAC-81C1-58A08A2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3DF82F2-6DF1-4F3F-935E-553E5E44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Each Session shows its pinned profile</a:t>
            </a:r>
          </a:p>
        </p:txBody>
      </p:sp>
      <p:sp>
        <p:nvSpPr>
          <p:cNvPr id="3" name="number-11">
            <a:extLst xmlns:a="http://schemas.openxmlformats.org/drawingml/2006/main">
              <a:ext uri="{FF2B5EF4-FFF2-40B4-BE49-F238E27FC236}">
                <a16:creationId xmlns:a16="http://schemas.microsoft.com/office/drawing/2014/main" id="{1FA257E4-D8FE-4FDB-AD42-9A9DFAAC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9F5CCEE8-C9FD-436D-83A0-40B177AE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872F49A5-FD2C-4CFD-8AE7-84278B29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AAECDF50-6A99-430A-8A5C-020B0900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Next message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7EB54EFB-7966-4DAB-89D3-E1E9770B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direct user message may pick model and reasoning for that message.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48AF29FE-5E03-440C-BB5B-FDB642E3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BF03A9A9-6843-416A-B5DC-02DE9C58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8986C623-FC1E-41CA-B2DF-C0AFE985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Pinned profile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7C051CD5-4561-436F-830B-E856EE66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Session keeps the resolved profile revision and digest from creation.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1826AB64-1ACD-451C-9B7D-9C83225F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A0BDE63F-674A-4ACA-909D-1F706591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0D44F8E6-707C-4098-B4E6-CAE1A7E3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Source node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44271EA6-78A0-4074-8C13-E0281F98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Session shows which Workflow instance and node created it.</a:t>
            </a:r>
          </a:p>
        </p:txBody>
      </p:sp>
      <p:sp>
        <p:nvSpPr>
          <p:cNvPr id="16" name="frame-08-session-profile-and-message-controls.jpg">
            <a:extLst xmlns:a="http://schemas.openxmlformats.org/drawingml/2006/main">
              <a:ext uri="{FF2B5EF4-FFF2-40B4-BE49-F238E27FC236}">
                <a16:creationId xmlns:a16="http://schemas.microsoft.com/office/drawing/2014/main" id="{06906A31-C718-4100-A35A-6ECD3024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9f93df1524b24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C9BA7162-531C-47D0-8141-084E058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F781DEE7-4C7F-44E1-A463-55DD69DA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896-266">
            <a:extLst xmlns:a="http://schemas.openxmlformats.org/drawingml/2006/main">
              <a:ext uri="{FF2B5EF4-FFF2-40B4-BE49-F238E27FC236}">
                <a16:creationId xmlns:a16="http://schemas.microsoft.com/office/drawing/2014/main" id="{DFDC2600-9AFA-4DC1-9676-62FB2AB6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96-266">
            <a:extLst xmlns:a="http://schemas.openxmlformats.org/drawingml/2006/main">
              <a:ext uri="{FF2B5EF4-FFF2-40B4-BE49-F238E27FC236}">
                <a16:creationId xmlns:a16="http://schemas.microsoft.com/office/drawing/2014/main" id="{56D8226F-BA4E-42A2-BED7-BF8E92BF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850-424">
            <a:extLst xmlns:a="http://schemas.openxmlformats.org/drawingml/2006/main">
              <a:ext uri="{FF2B5EF4-FFF2-40B4-BE49-F238E27FC236}">
                <a16:creationId xmlns:a16="http://schemas.microsoft.com/office/drawing/2014/main" id="{4BC6CDB9-BD0F-43FE-9A6F-04232320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850-424">
            <a:extLst xmlns:a="http://schemas.openxmlformats.org/drawingml/2006/main">
              <a:ext uri="{FF2B5EF4-FFF2-40B4-BE49-F238E27FC236}">
                <a16:creationId xmlns:a16="http://schemas.microsoft.com/office/drawing/2014/main" id="{B731CDF9-EBC6-4D9F-9ED5-892A0C4A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62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83-424">
            <a:extLst xmlns:a="http://schemas.openxmlformats.org/drawingml/2006/main">
              <a:ext uri="{FF2B5EF4-FFF2-40B4-BE49-F238E27FC236}">
                <a16:creationId xmlns:a16="http://schemas.microsoft.com/office/drawing/2014/main" id="{5EE0D9FC-B465-4608-B539-947FEB88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83-424">
            <a:extLst xmlns:a="http://schemas.openxmlformats.org/drawingml/2006/main">
              <a:ext uri="{FF2B5EF4-FFF2-40B4-BE49-F238E27FC236}">
                <a16:creationId xmlns:a16="http://schemas.microsoft.com/office/drawing/2014/main" id="{3D325D75-2E15-4034-8DFC-B6BDE9AA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62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230867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2">
            <a:extLst xmlns:a="http://schemas.openxmlformats.org/drawingml/2006/main">
              <a:ext uri="{FF2B5EF4-FFF2-40B4-BE49-F238E27FC236}">
                <a16:creationId xmlns:a16="http://schemas.microsoft.com/office/drawing/2014/main" id="{DC6D8473-180F-4C1F-ACDA-E94995C3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FD28F7AF-5E8A-4EEC-AFCC-C55989EA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defaults are shown in the Session</a:t>
            </a:r>
          </a:p>
        </p:txBody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38360E38-BD43-4C0C-9EB3-DE7BF5D0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D7598C00-16F7-4811-952C-F561CD73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88894274-0F06-48F3-B981-DD8F62E4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9A45661E-10E2-40B3-83DD-B4E510D5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Workflow defaults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81523BB7-1AB1-4EFD-A45F-0CB32A30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pinned model, reasoning, and sandbox are shown together.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FCAD5DDE-230E-4C74-8E00-1DF1EF56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C2A113C3-7489-4119-BA67-85E59BD1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C871BBB5-DE4B-4854-B2D3-958C1A9D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Allowed choices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0F45436D-75DC-4702-B58C-09F32141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Session shows the models and reasoning levels allowed by the node.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2E33C3AB-83DE-464B-96CF-8318D96E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849D94E8-6E97-4EF5-9923-74487466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9BC4C2FE-E5B0-46EF-AEC8-851D625E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Pinned time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40F52384-F6B3-4FB5-BA8D-BCB5F77C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record shows when this configuration was fixed.</a:t>
            </a:r>
          </a:p>
        </p:txBody>
      </p:sp>
      <p:sp>
        <p:nvSpPr>
          <p:cNvPr id="16" name="frame-09-pinned-defaults-and-node-capabilities.jpg">
            <a:extLst xmlns:a="http://schemas.openxmlformats.org/drawingml/2006/main">
              <a:ext uri="{FF2B5EF4-FFF2-40B4-BE49-F238E27FC236}">
                <a16:creationId xmlns:a16="http://schemas.microsoft.com/office/drawing/2014/main" id="{A83D0DBE-39BC-4F3D-A5CB-F98ABB99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6f78430614612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B1353CAB-C889-4E83-8500-93FDBB1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0FF6CC0E-F89B-4F5A-9EB1-747D2ACB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791-271">
            <a:extLst xmlns:a="http://schemas.openxmlformats.org/drawingml/2006/main">
              <a:ext uri="{FF2B5EF4-FFF2-40B4-BE49-F238E27FC236}">
                <a16:creationId xmlns:a16="http://schemas.microsoft.com/office/drawing/2014/main" id="{A37436CA-55D8-45DD-B446-2FAE6CDD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47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791-271">
            <a:extLst xmlns:a="http://schemas.openxmlformats.org/drawingml/2006/main">
              <a:ext uri="{FF2B5EF4-FFF2-40B4-BE49-F238E27FC236}">
                <a16:creationId xmlns:a16="http://schemas.microsoft.com/office/drawing/2014/main" id="{AC610BFF-FB02-400B-9466-5F1367CB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505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32-271">
            <a:extLst xmlns:a="http://schemas.openxmlformats.org/drawingml/2006/main">
              <a:ext uri="{FF2B5EF4-FFF2-40B4-BE49-F238E27FC236}">
                <a16:creationId xmlns:a16="http://schemas.microsoft.com/office/drawing/2014/main" id="{E7EE9374-E389-46DB-A538-46FA26EE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47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32-271">
            <a:extLst xmlns:a="http://schemas.openxmlformats.org/drawingml/2006/main">
              <a:ext uri="{FF2B5EF4-FFF2-40B4-BE49-F238E27FC236}">
                <a16:creationId xmlns:a16="http://schemas.microsoft.com/office/drawing/2014/main" id="{81B632EE-FC34-41C4-8B87-E88ACD2C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05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10-470">
            <a:extLst xmlns:a="http://schemas.openxmlformats.org/drawingml/2006/main">
              <a:ext uri="{FF2B5EF4-FFF2-40B4-BE49-F238E27FC236}">
                <a16:creationId xmlns:a16="http://schemas.microsoft.com/office/drawing/2014/main" id="{5CB1BDA9-264B-4817-92F1-9020DDF9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43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10-470">
            <a:extLst xmlns:a="http://schemas.openxmlformats.org/drawingml/2006/main">
              <a:ext uri="{FF2B5EF4-FFF2-40B4-BE49-F238E27FC236}">
                <a16:creationId xmlns:a16="http://schemas.microsoft.com/office/drawing/2014/main" id="{5CC367C9-67BF-4788-A2EF-96446650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400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6390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89953DA0-2DAC-4707-939A-EC1E4107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EBE500EA-DA75-48DF-AFF6-4531FFA2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Runtime exposure and delivery history are separate</a:t>
            </a:r>
          </a:p>
        </p:txBody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91F8D71F-3F54-451B-96C8-48459A7A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1A0542D0-5ABD-43C7-A129-8CFBB2EE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B87887A2-0055-4FF7-B2EE-3B323DC8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8761EE9E-E30E-4BF8-BBD1-8B72D2BC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Attached runtime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D2BED1A0-F158-4E16-B070-13F376CD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the models and reasoning modes the current runtime exposes.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28264E7D-2C8F-4F1A-BFE6-6577A620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C827C2EA-B41E-4893-817E-2D1343B7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953F84FF-B520-4FCB-A5E4-068510E2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Delivery history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9032C96D-70E4-4C1C-B6A3-F0D649B2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Lists Session Event deliveries tied to this Session.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F8FD0082-1D50-4CF7-8901-1C0E1F2F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01A5981D-FAB9-40D7-9DF0-49FFCF28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F15DAE96-524C-4D45-BA66-BE8A3FC2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Open details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669BEAE1-06CE-4835-A67D-43F0A313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delivery can be expanded to inspect its source and prompt parts.</a:t>
            </a:r>
          </a:p>
        </p:txBody>
      </p:sp>
      <p:sp>
        <p:nvSpPr>
          <p:cNvPr id="16" name="frame-10-attached-runtime-and-delivery-provenance.jpg">
            <a:extLst xmlns:a="http://schemas.openxmlformats.org/drawingml/2006/main">
              <a:ext uri="{FF2B5EF4-FFF2-40B4-BE49-F238E27FC236}">
                <a16:creationId xmlns:a16="http://schemas.microsoft.com/office/drawing/2014/main" id="{44FA4889-9901-43C5-A329-EAD2B9BF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58aec83bb4c7c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50B772C5-E7B5-439C-9378-88536567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2F7C1F1C-C559-4B5D-B801-A82025CC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793-274">
            <a:extLst xmlns:a="http://schemas.openxmlformats.org/drawingml/2006/main">
              <a:ext uri="{FF2B5EF4-FFF2-40B4-BE49-F238E27FC236}">
                <a16:creationId xmlns:a16="http://schemas.microsoft.com/office/drawing/2014/main" id="{65060EDB-2601-4FDF-A055-FF1F80F1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76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793-274">
            <a:extLst xmlns:a="http://schemas.openxmlformats.org/drawingml/2006/main">
              <a:ext uri="{FF2B5EF4-FFF2-40B4-BE49-F238E27FC236}">
                <a16:creationId xmlns:a16="http://schemas.microsoft.com/office/drawing/2014/main" id="{F70B0FEB-30D9-4198-8552-4E01A7BC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33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849-482">
            <a:extLst xmlns:a="http://schemas.openxmlformats.org/drawingml/2006/main">
              <a:ext uri="{FF2B5EF4-FFF2-40B4-BE49-F238E27FC236}">
                <a16:creationId xmlns:a16="http://schemas.microsoft.com/office/drawing/2014/main" id="{2B32CA34-0576-4CEA-B524-47B6D309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57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849-482">
            <a:extLst xmlns:a="http://schemas.openxmlformats.org/drawingml/2006/main">
              <a:ext uri="{FF2B5EF4-FFF2-40B4-BE49-F238E27FC236}">
                <a16:creationId xmlns:a16="http://schemas.microsoft.com/office/drawing/2014/main" id="{A8BE1003-04E9-4A68-86D1-3CB26576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148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29-548">
            <a:extLst xmlns:a="http://schemas.openxmlformats.org/drawingml/2006/main">
              <a:ext uri="{FF2B5EF4-FFF2-40B4-BE49-F238E27FC236}">
                <a16:creationId xmlns:a16="http://schemas.microsoft.com/office/drawing/2014/main" id="{58054421-5AA1-4A31-B25E-CEBA7DFF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086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29-548">
            <a:extLst xmlns:a="http://schemas.openxmlformats.org/drawingml/2006/main">
              <a:ext uri="{FF2B5EF4-FFF2-40B4-BE49-F238E27FC236}">
                <a16:creationId xmlns:a16="http://schemas.microsoft.com/office/drawing/2014/main" id="{C3EBD3C2-32DC-4604-9C0D-9BAEA2A5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435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8685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4">
            <a:extLst xmlns:a="http://schemas.openxmlformats.org/drawingml/2006/main">
              <a:ext uri="{FF2B5EF4-FFF2-40B4-BE49-F238E27FC236}">
                <a16:creationId xmlns:a16="http://schemas.microsoft.com/office/drawing/2014/main" id="{DA83A2F7-BECC-4D49-B0C4-C6E82793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SESSION EVENT RESULT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1858B47D-4E8E-41EE-8490-DEF41BFD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One event can show every delivery</a:t>
            </a:r>
          </a:p>
        </p:txBody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D676B449-29B5-41A0-B2C6-F6B71685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9557EC08-1FE7-46E1-ADDF-DE7936BA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247150B7-DB6D-4D0B-88B6-89A53896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E7F90938-6CCE-4F97-AE8F-148806D6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Event result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6C42ADAB-4F11-4EA5-AD72-28FB073F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the event definition, trigger, and prompt source.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2D6D9835-ECAA-497F-A9E8-6E278F5B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F667B6A2-16E8-45B5-B2CB-79A2D200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3737D1B2-9C09-4F18-8249-59B7C08C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Resolved Sessions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62CD6831-C364-49B2-AAC0-FCEE0FE3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every Session selected by the target rules.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D7B2363F-B397-46BC-9147-A518B9C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7ECD1D11-0D24-4BCD-A3E3-055C0011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94D64DD0-F86B-4805-A16F-EBDBF308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Delivery details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87E2A626-9170-47ED-BDB2-6F7E2154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Each delivery keeps its target, status, and prompt contribution.</a:t>
            </a:r>
          </a:p>
        </p:txBody>
      </p:sp>
      <p:sp>
        <p:nvSpPr>
          <p:cNvPr id="16" name="frame-13-event-result-and-delivery-details.png">
            <a:extLst xmlns:a="http://schemas.openxmlformats.org/drawingml/2006/main">
              <a:ext uri="{FF2B5EF4-FFF2-40B4-BE49-F238E27FC236}">
                <a16:creationId xmlns:a16="http://schemas.microsoft.com/office/drawing/2014/main" id="{0E72F919-20C5-4D9C-AE04-BE32AF8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832e711984aec"/>
          <a:stretch xmlns:a="http://schemas.openxmlformats.org/drawingml/2006/main"/>
        </p:blipFill>
        <p:spPr>
          <a:xfrm xmlns:a="http://schemas.openxmlformats.org/drawingml/2006/main">
            <a:off x="4391025" y="1257300"/>
            <a:ext cx="73152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D9037C71-463D-4191-B67A-C265E43C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23253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1C789D75-5186-4B40-BDF0-2C7AF343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104203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COMPONENT FIXTURE</a:t>
            </a:r>
          </a:p>
        </p:txBody>
      </p:sp>
      <p:sp>
        <p:nvSpPr>
          <p:cNvPr id="20" name="marker-1-808-220">
            <a:extLst xmlns:a="http://schemas.openxmlformats.org/drawingml/2006/main">
              <a:ext uri="{FF2B5EF4-FFF2-40B4-BE49-F238E27FC236}">
                <a16:creationId xmlns:a16="http://schemas.microsoft.com/office/drawing/2014/main" id="{B6C90370-9A48-4B2F-B9F5-8460162A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62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08-220">
            <a:extLst xmlns:a="http://schemas.openxmlformats.org/drawingml/2006/main">
              <a:ext uri="{FF2B5EF4-FFF2-40B4-BE49-F238E27FC236}">
                <a16:creationId xmlns:a16="http://schemas.microsoft.com/office/drawing/2014/main" id="{45E3C293-733D-4DB6-B400-695AA039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193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55-358">
            <a:extLst xmlns:a="http://schemas.openxmlformats.org/drawingml/2006/main">
              <a:ext uri="{FF2B5EF4-FFF2-40B4-BE49-F238E27FC236}">
                <a16:creationId xmlns:a16="http://schemas.microsoft.com/office/drawing/2014/main" id="{A98EA2C8-3CD3-4D65-895B-9E5E9647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55-358">
            <a:extLst xmlns:a="http://schemas.openxmlformats.org/drawingml/2006/main">
              <a:ext uri="{FF2B5EF4-FFF2-40B4-BE49-F238E27FC236}">
                <a16:creationId xmlns:a16="http://schemas.microsoft.com/office/drawing/2014/main" id="{EE8B3799-107C-4537-943C-7714249A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3337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850-507">
            <a:extLst xmlns:a="http://schemas.openxmlformats.org/drawingml/2006/main">
              <a:ext uri="{FF2B5EF4-FFF2-40B4-BE49-F238E27FC236}">
                <a16:creationId xmlns:a16="http://schemas.microsoft.com/office/drawing/2014/main" id="{9EE6F3F5-67CE-40EC-B39E-9A1CB566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95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850-507">
            <a:extLst xmlns:a="http://schemas.openxmlformats.org/drawingml/2006/main">
              <a:ext uri="{FF2B5EF4-FFF2-40B4-BE49-F238E27FC236}">
                <a16:creationId xmlns:a16="http://schemas.microsoft.com/office/drawing/2014/main" id="{50E317BB-3EF3-4A12-890C-198CFFC7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529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8975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2026-09-07T07:19:55.0090000Z</dcterms:created>
  <dcterms:modified xsi:type="dcterms:W3CDTF">2026-09-07T07:19:55.0090000Z</dcterms:modified>
</coreProperties>
</file>