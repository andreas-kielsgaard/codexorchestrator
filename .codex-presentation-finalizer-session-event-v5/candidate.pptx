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bfe549778d4989" /><Relationship Type="http://schemas.openxmlformats.org/officeDocument/2006/relationships/extended-properties" Target="/docProps/app.xml" Id="Rdf5be1c6fc5645ee" /><Relationship Type="http://schemas.openxmlformats.org/officeDocument/2006/relationships/officeDocument" Target="/ppt/presentation.xml" Id="R79484cb644064a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8cb0d39e064de3"/>
  </p:sldMasterIdLst>
  <p:notesMasterIdLst>
    <p:notesMasterId xmlns:r="http://schemas.openxmlformats.org/officeDocument/2006/relationships" r:id="R47dd2a3ca3774554"/>
  </p:notesMasterIdLst>
  <p:sldIdLst>
    <p:sldId xmlns:r="http://schemas.openxmlformats.org/officeDocument/2006/relationships" id="256" r:id="R8aea394b7ed4424a"/>
    <p:sldId xmlns:r="http://schemas.openxmlformats.org/officeDocument/2006/relationships" id="257" r:id="R3fc184a60121425d"/>
    <p:sldId xmlns:r="http://schemas.openxmlformats.org/officeDocument/2006/relationships" id="258" r:id="R05371d02a77a450f"/>
    <p:sldId xmlns:r="http://schemas.openxmlformats.org/officeDocument/2006/relationships" id="259" r:id="R5b855f17a91946d1"/>
    <p:sldId xmlns:r="http://schemas.openxmlformats.org/officeDocument/2006/relationships" id="260" r:id="R2943bf3591bd4ded"/>
    <p:sldId xmlns:r="http://schemas.openxmlformats.org/officeDocument/2006/relationships" id="261" r:id="Rc1ce3722b9884918"/>
    <p:sldId xmlns:r="http://schemas.openxmlformats.org/officeDocument/2006/relationships" id="262" r:id="R2965ee97ab424e30"/>
    <p:sldId xmlns:r="http://schemas.openxmlformats.org/officeDocument/2006/relationships" id="263" r:id="R355845cb24e74cbf"/>
    <p:sldId xmlns:r="http://schemas.openxmlformats.org/officeDocument/2006/relationships" id="264" r:id="Rdfe3b18020ad47ec"/>
    <p:sldId xmlns:r="http://schemas.openxmlformats.org/officeDocument/2006/relationships" id="265" r:id="Rc6593a3572124fa9"/>
    <p:sldId xmlns:r="http://schemas.openxmlformats.org/officeDocument/2006/relationships" id="266" r:id="R0ef30b60ac0747ea"/>
    <p:sldId xmlns:r="http://schemas.openxmlformats.org/officeDocument/2006/relationships" id="267" r:id="R99655950a9194679"/>
    <p:sldId xmlns:r="http://schemas.openxmlformats.org/officeDocument/2006/relationships" id="268" r:id="Ra3ea2447bac443e1"/>
    <p:sldId xmlns:r="http://schemas.openxmlformats.org/officeDocument/2006/relationships" id="269" r:id="Rf408702bd0ab4130"/>
    <p:sldId xmlns:r="http://schemas.openxmlformats.org/officeDocument/2006/relationships" id="270" r:id="R5ae1694512ad451c"/>
    <p:sldId xmlns:r="http://schemas.openxmlformats.org/officeDocument/2006/relationships" id="271" r:id="Ra66d0f54e7a34eca"/>
    <p:sldId xmlns:r="http://schemas.openxmlformats.org/officeDocument/2006/relationships" id="272" r:id="R11f88ff8e0b041ac"/>
    <p:sldId xmlns:r="http://schemas.openxmlformats.org/officeDocument/2006/relationships" id="273" r:id="R30cc2768468c4d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fdae2d3ac44322" /><Relationship Type="http://schemas.openxmlformats.org/officeDocument/2006/relationships/slideMaster" Target="/ppt/slideMasters/slideMaster1.xml" Id="R2c8cb0d39e064de3" /><Relationship Type="http://schemas.openxmlformats.org/officeDocument/2006/relationships/notesMaster" Target="/ppt/notesMasters/notesMaster1.xml" Id="R47dd2a3ca3774554" /><Relationship Type="http://schemas.openxmlformats.org/officeDocument/2006/relationships/presProps" Target="/ppt/presProps.xml" Id="R23d19ab0158442e8" /><Relationship Type="http://schemas.openxmlformats.org/officeDocument/2006/relationships/tableStyles" Target="/ppt/tableStyles.xml" Id="R99fe3313728c4782" /><Relationship Type="http://schemas.openxmlformats.org/officeDocument/2006/relationships/slide" Target="/ppt/slides/slide1.xml" Id="R8aea394b7ed4424a" /><Relationship Type="http://schemas.openxmlformats.org/officeDocument/2006/relationships/slide" Target="/ppt/slides/slide2.xml" Id="R3fc184a60121425d" /><Relationship Type="http://schemas.openxmlformats.org/officeDocument/2006/relationships/slide" Target="/ppt/slides/slide3.xml" Id="R05371d02a77a450f" /><Relationship Type="http://schemas.openxmlformats.org/officeDocument/2006/relationships/slide" Target="/ppt/slides/slide4.xml" Id="R5b855f17a91946d1" /><Relationship Type="http://schemas.openxmlformats.org/officeDocument/2006/relationships/slide" Target="/ppt/slides/slide5.xml" Id="R2943bf3591bd4ded" /><Relationship Type="http://schemas.openxmlformats.org/officeDocument/2006/relationships/slide" Target="/ppt/slides/slide6.xml" Id="Rc1ce3722b9884918" /><Relationship Type="http://schemas.openxmlformats.org/officeDocument/2006/relationships/slide" Target="/ppt/slides/slide7.xml" Id="R2965ee97ab424e30" /><Relationship Type="http://schemas.openxmlformats.org/officeDocument/2006/relationships/slide" Target="/ppt/slides/slide8.xml" Id="R355845cb24e74cbf" /><Relationship Type="http://schemas.openxmlformats.org/officeDocument/2006/relationships/slide" Target="/ppt/slides/slide9.xml" Id="Rdfe3b18020ad47ec" /><Relationship Type="http://schemas.openxmlformats.org/officeDocument/2006/relationships/slide" Target="/ppt/slides/slide10.xml" Id="Rc6593a3572124fa9" /><Relationship Type="http://schemas.openxmlformats.org/officeDocument/2006/relationships/slide" Target="/ppt/slides/slide11.xml" Id="R0ef30b60ac0747ea" /><Relationship Type="http://schemas.openxmlformats.org/officeDocument/2006/relationships/slide" Target="/ppt/slides/slide12.xml" Id="R99655950a9194679" /><Relationship Type="http://schemas.openxmlformats.org/officeDocument/2006/relationships/slide" Target="/ppt/slides/slide13.xml" Id="Ra3ea2447bac443e1" /><Relationship Type="http://schemas.openxmlformats.org/officeDocument/2006/relationships/slide" Target="/ppt/slides/slide14.xml" Id="Rf408702bd0ab4130" /><Relationship Type="http://schemas.openxmlformats.org/officeDocument/2006/relationships/slide" Target="/ppt/slides/slide15.xml" Id="R5ae1694512ad451c" /><Relationship Type="http://schemas.openxmlformats.org/officeDocument/2006/relationships/slide" Target="/ppt/slides/slide16.xml" Id="Ra66d0f54e7a34eca" /><Relationship Type="http://schemas.openxmlformats.org/officeDocument/2006/relationships/slide" Target="/ppt/slides/slide17.xml" Id="R11f88ff8e0b041ac" /><Relationship Type="http://schemas.openxmlformats.org/officeDocument/2006/relationships/slide" Target="/ppt/slides/slide18.xml" Id="R30cc2768468c4d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dc4475e2934c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47dafb86cb4e3b" /><Relationship Type="http://schemas.openxmlformats.org/officeDocument/2006/relationships/notesMaster" Target="/ppt/notesMasters/notesMaster1.xml" Id="Rc0801105ad464c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17aa688b544050" /><Relationship Type="http://schemas.openxmlformats.org/officeDocument/2006/relationships/notesMaster" Target="/ppt/notesMasters/notesMaster1.xml" Id="R724db2545df44c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b016b224684a86" /><Relationship Type="http://schemas.openxmlformats.org/officeDocument/2006/relationships/notesMaster" Target="/ppt/notesMasters/notesMaster1.xml" Id="Rad783784083e40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55f0cf839d407f" /><Relationship Type="http://schemas.openxmlformats.org/officeDocument/2006/relationships/notesMaster" Target="/ppt/notesMasters/notesMaster1.xml" Id="Rbc224d33f86a49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787b58e1d84431" /><Relationship Type="http://schemas.openxmlformats.org/officeDocument/2006/relationships/notesMaster" Target="/ppt/notesMasters/notesMaster1.xml" Id="Rf2d89c1ab28a4e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70e43d94bc436a" /><Relationship Type="http://schemas.openxmlformats.org/officeDocument/2006/relationships/notesMaster" Target="/ppt/notesMasters/notesMaster1.xml" Id="Rf419e8e751414b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6e07f33fb94628" /><Relationship Type="http://schemas.openxmlformats.org/officeDocument/2006/relationships/notesMaster" Target="/ppt/notesMasters/notesMaster1.xml" Id="R29ff435746a243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89481844574246" /><Relationship Type="http://schemas.openxmlformats.org/officeDocument/2006/relationships/notesMaster" Target="/ppt/notesMasters/notesMaster1.xml" Id="Rbc1f95c0662b42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97545b52f84dc8" /><Relationship Type="http://schemas.openxmlformats.org/officeDocument/2006/relationships/notesMaster" Target="/ppt/notesMasters/notesMaster1.xml" Id="R733bf1740ef343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5eaa63825c4213" /><Relationship Type="http://schemas.openxmlformats.org/officeDocument/2006/relationships/notesMaster" Target="/ppt/notesMasters/notesMaster1.xml" Id="R652416d0fb9f43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e2402312cf4c91" /><Relationship Type="http://schemas.openxmlformats.org/officeDocument/2006/relationships/notesMaster" Target="/ppt/notesMasters/notesMaster1.xml" Id="R6a75702ebf2a46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bf6f2291654dbe" /><Relationship Type="http://schemas.openxmlformats.org/officeDocument/2006/relationships/notesMaster" Target="/ppt/notesMasters/notesMaster1.xml" Id="R21c8af76e3e044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6511dc8bf24d8d" /><Relationship Type="http://schemas.openxmlformats.org/officeDocument/2006/relationships/notesMaster" Target="/ppt/notesMasters/notesMaster1.xml" Id="R2950c1300bca43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e49a17edd74ab3" /><Relationship Type="http://schemas.openxmlformats.org/officeDocument/2006/relationships/notesMaster" Target="/ppt/notesMasters/notesMaster1.xml" Id="R98bb0a5f24ed4c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afe1fd77ba41ca" /><Relationship Type="http://schemas.openxmlformats.org/officeDocument/2006/relationships/notesMaster" Target="/ppt/notesMasters/notesMaster1.xml" Id="Rc48609e91ea440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edf8679467446f" /><Relationship Type="http://schemas.openxmlformats.org/officeDocument/2006/relationships/notesMaster" Target="/ppt/notesMasters/notesMaster1.xml" Id="R153e7a44c77a4e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dea4b195464325" /><Relationship Type="http://schemas.openxmlformats.org/officeDocument/2006/relationships/notesMaster" Target="/ppt/notesMasters/notesMaster1.xml" Id="Rce9c477537e14a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c3a12632464c38" /><Relationship Type="http://schemas.openxmlformats.org/officeDocument/2006/relationships/notesMaster" Target="/ppt/notesMasters/notesMaster1.xml" Id="R82baa83dd1804f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tour shows every changed screen in the current build. It also marks the two parts that need to be restored before the Workflow UI is acceptable.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03-workflow-node-profile.jpg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Capability Profiles. The left side selects a profile. The right side edits its details and shows which native runtime it 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01-capability-profile-overview.jpg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 narrows the choices already exposed by the selected runtime. It does not set up provider accounts or connections.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02-capability-allowed-selections.jpg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profile form has clear save and delete actions. The saved revision is shown near the bottom of the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12-capability-profile-save-and-delete.png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current Workflow editor. It exposes the new node fields, but it wrongly replaced the old flow canvas with a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03-workflow-node-profile.jpg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Nodes are not reusable objects in this build. Copy is the quick way to start from an existing node and then change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11-copy-node-configuration.png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node chooses a Capability Profile, then narrows it further. It also stores the first prompt and the identity shown in the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04-node-restrictions-and-defaults.jpg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connection becomes a Session Event definition. The editor shows which nodes it connects, what starts it, and the order of prompt parts.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05-connection-trigger-and-prompt.jpg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connection form makes prompt assembly and Session lookup explicit. These values compile into the generic Session Event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06-connection-prompt-and-target.jpg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Compile turns the recipe into Session Event definitions. The current screen only accepts a typed instance ID. The old list and Create Workflow instance flow need to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07-compile-and-run.jpg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seeded Session shows the new per-message controls and the profile pinned when the Session was created. No provider request was 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08-session-profile-and-message-controls.jpg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Session view separates the defaults used by Workflow messages from the wider runtime choices available to a direct user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09-pinned-defaults-and-node-capabilities.jpg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runtime card shows what the attached runtime can do. The delivery area below it records how Session Events reached this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10-attached-runtime-and-delivery-provenance.jpg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component fixture shows a completed event with one delivery. The same result view can hold grouped fan-out deliveries. No provider request was 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component fixture: 13-event-result-and-delivery-details.png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dialog implements the identity change requested in the earlier UX review. It uses the Agent initials in a color-coded circle, square, or hexagon.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component fixture: 14-agent-identity-color-and-shape.png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Workflow connection may use an MCP call trigger. The server and tool each use a namespace, kind, and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component fixture: 15-mcp-trigger-controls.png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shows the full generic Session lookup control. Workflow connections can hide the address details they derive from their nodes, while the event layer keeps them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component fixture: 16-created-by-session-filter.png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list order is the delivery order. Each row can choose a source type, edit its value, move, or be removed. A new source is added at the bottom.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component fixture: 17-full-prompt-source-controls.png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979ac0cf040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64b6ee6b6c4690" /><Relationship Type="http://schemas.openxmlformats.org/officeDocument/2006/relationships/slideLayout" Target="/ppt/slideLayouts/slideLayout1.xml" Id="Rcc62c2a5c32142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62c2a5c32142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a96325aed405a" /><Relationship Type="http://schemas.openxmlformats.org/officeDocument/2006/relationships/image" Target="/ppt/media/image.jpeg" Id="R728c07886f92407c" /><Relationship Type="http://schemas.openxmlformats.org/officeDocument/2006/relationships/notesSlide" Target="/ppt/notesSlides/notesSlide1.xml" Id="R03c5ae4203d94d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c4579b6ec4041" /><Relationship Type="http://schemas.openxmlformats.org/officeDocument/2006/relationships/image" Target="/ppt/media/image2.jpeg" Id="R1d190eba9ceb46de" /><Relationship Type="http://schemas.openxmlformats.org/officeDocument/2006/relationships/notesSlide" Target="/ppt/notesSlides/notesSlide2.xml" Id="R0a2e8b1253f24d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43d29af434be9" /><Relationship Type="http://schemas.openxmlformats.org/officeDocument/2006/relationships/image" Target="/ppt/media/image3.jpeg" Id="Reb1a084566f4478c" /><Relationship Type="http://schemas.openxmlformats.org/officeDocument/2006/relationships/notesSlide" Target="/ppt/notesSlides/notesSlide3.xml" Id="R27d2ecbbfbf746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310be403a4fee" /><Relationship Type="http://schemas.openxmlformats.org/officeDocument/2006/relationships/image" Target="/ppt/media/image4.jpeg" Id="R595156491e854f87" /><Relationship Type="http://schemas.openxmlformats.org/officeDocument/2006/relationships/notesSlide" Target="/ppt/notesSlides/notesSlide4.xml" Id="Rbb17d2dc775e47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5d57986814954" /><Relationship Type="http://schemas.openxmlformats.org/officeDocument/2006/relationships/image" Target="/ppt/media/image5.jpeg" Id="Rdb4ef0079d714935" /><Relationship Type="http://schemas.openxmlformats.org/officeDocument/2006/relationships/notesSlide" Target="/ppt/notesSlides/notesSlide5.xml" Id="Red6a30e4193c4f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d338307e84e2e" /><Relationship Type="http://schemas.openxmlformats.org/officeDocument/2006/relationships/image" Target="/ppt/media/image6.jpeg" Id="Rc460d3ef109747f4" /><Relationship Type="http://schemas.openxmlformats.org/officeDocument/2006/relationships/notesSlide" Target="/ppt/notesSlides/notesSlide6.xml" Id="R2514872e92eb41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609a80e004688" /><Relationship Type="http://schemas.openxmlformats.org/officeDocument/2006/relationships/image" Target="/ppt/media/image7.jpeg" Id="Rc9d43b6d242c446b" /><Relationship Type="http://schemas.openxmlformats.org/officeDocument/2006/relationships/notesSlide" Target="/ppt/notesSlides/notesSlide7.xml" Id="R5de90b72b38940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7554b1cf94285" /><Relationship Type="http://schemas.openxmlformats.org/officeDocument/2006/relationships/image" Target="/ppt/media/image8.jpeg" Id="R0fbd0edb2ac84072" /><Relationship Type="http://schemas.openxmlformats.org/officeDocument/2006/relationships/notesSlide" Target="/ppt/notesSlides/notesSlide8.xml" Id="R8084628fcab346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0fe4bbdb8456e" /><Relationship Type="http://schemas.openxmlformats.org/officeDocument/2006/relationships/image" Target="/ppt/media/image9.jpeg" Id="Rc3fdaecdaba7482f" /><Relationship Type="http://schemas.openxmlformats.org/officeDocument/2006/relationships/notesSlide" Target="/ppt/notesSlides/notesSlide9.xml" Id="R0c66cb6f42ce49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92b7376b241e6" /><Relationship Type="http://schemas.openxmlformats.org/officeDocument/2006/relationships/image" Target="/ppt/media/image10.jpeg" Id="Rc5fedee94f2d4ffd" /><Relationship Type="http://schemas.openxmlformats.org/officeDocument/2006/relationships/notesSlide" Target="/ppt/notesSlides/notesSlide10.xml" Id="Ra0639a13fabf46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c9eeec9424192" /><Relationship Type="http://schemas.openxmlformats.org/officeDocument/2006/relationships/image" Target="/ppt/media/image11.jpeg" Id="Raec0ded1dd154b8e" /><Relationship Type="http://schemas.openxmlformats.org/officeDocument/2006/relationships/notesSlide" Target="/ppt/notesSlides/notesSlide11.xml" Id="R364b2321a69c45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74bd10a014fb5" /><Relationship Type="http://schemas.openxmlformats.org/officeDocument/2006/relationships/image" Target="/ppt/media/image12.jpeg" Id="Rcfe213757aa249c2" /><Relationship Type="http://schemas.openxmlformats.org/officeDocument/2006/relationships/notesSlide" Target="/ppt/notesSlides/notesSlide12.xml" Id="R8185c041b49541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c20d6c2dc4d67" /><Relationship Type="http://schemas.openxmlformats.org/officeDocument/2006/relationships/image" Target="/ppt/media/image13.jpeg" Id="R3d6e06f85bc14da9" /><Relationship Type="http://schemas.openxmlformats.org/officeDocument/2006/relationships/notesSlide" Target="/ppt/notesSlides/notesSlide13.xml" Id="R8b53ca17a38c4a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f3a2b26d84d4b" /><Relationship Type="http://schemas.openxmlformats.org/officeDocument/2006/relationships/image" Target="/ppt/media/image.png" Id="R80f63b89dd454fca" /><Relationship Type="http://schemas.openxmlformats.org/officeDocument/2006/relationships/notesSlide" Target="/ppt/notesSlides/notesSlide14.xml" Id="R2e22753cef454f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e37339b2b4f7e" /><Relationship Type="http://schemas.openxmlformats.org/officeDocument/2006/relationships/image" Target="/ppt/media/image2.png" Id="Rf68c25e7db604001" /><Relationship Type="http://schemas.openxmlformats.org/officeDocument/2006/relationships/notesSlide" Target="/ppt/notesSlides/notesSlide15.xml" Id="R33d387d078e548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25297cc6c4307" /><Relationship Type="http://schemas.openxmlformats.org/officeDocument/2006/relationships/image" Target="/ppt/media/image3.png" Id="R8b7ae4446e2e4956" /><Relationship Type="http://schemas.openxmlformats.org/officeDocument/2006/relationships/notesSlide" Target="/ppt/notesSlides/notesSlide16.xml" Id="Rdc83af6fef1042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a54cad1b74371" /><Relationship Type="http://schemas.openxmlformats.org/officeDocument/2006/relationships/image" Target="/ppt/media/image4.png" Id="R0d12db1eebfb4240" /><Relationship Type="http://schemas.openxmlformats.org/officeDocument/2006/relationships/notesSlide" Target="/ppt/notesSlides/notesSlide17.xml" Id="R53daa9be44f54a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39410cd2f45dd" /><Relationship Type="http://schemas.openxmlformats.org/officeDocument/2006/relationships/image" Target="/ppt/media/image5.png" Id="R7e3e309dcd3948fb" /><Relationship Type="http://schemas.openxmlformats.org/officeDocument/2006/relationships/notesSlide" Target="/ppt/notesSlides/notesSlide18.xml" Id="Rad8d96e8c4ba48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763C31D-9684-405D-AF9B-2C6DD226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CODEX ORCHESTRATOR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AC1830-8147-4665-ACC0-4C0315E7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15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Session Event UI demo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6CBF9EE-2C35-42F0-9E05-5B58DAA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A63"/>
                </a:solidFill>
                <a:latin typeface="Arial"/>
                <a:ea typeface="Arial"/>
                <a:cs typeface="Arial"/>
              </a:rPr>
              <a:t>A screen-by-screen tour of the current build</a:t>
            </a:r>
          </a:p>
        </p:txBody>
      </p:sp>
      <p:sp>
        <p:nvSpPr>
          <p:cNvPr id="4" name="cover-issue">
            <a:extLst xmlns:a="http://schemas.openxmlformats.org/drawingml/2006/main">
              <a:ext uri="{FF2B5EF4-FFF2-40B4-BE49-F238E27FC236}">
                <a16:creationId xmlns:a16="http://schemas.microsoft.com/office/drawing/2014/main" id="{05DF9918-57F8-414D-AFE0-20E5B313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381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5" name="cover-issue-text">
            <a:extLst xmlns:a="http://schemas.openxmlformats.org/drawingml/2006/main">
              <a:ext uri="{FF2B5EF4-FFF2-40B4-BE49-F238E27FC236}">
                <a16:creationId xmlns:a16="http://schemas.microsoft.com/office/drawing/2014/main" id="{C765B86F-3817-484C-A22D-A73EE7E9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92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Also shown clearly:</a:t>
            </a:r>
          </a:p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• the canvas was replaced by a list</a:t>
            </a:r>
          </a:p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• Workflow instance creation is missing</a:t>
            </a:r>
          </a:p>
        </p:txBody>
      </p:sp>
      <p:sp>
        <p:nvSpPr>
          <p:cNvPr id="6" name="cover-frame">
            <a:extLst xmlns:a="http://schemas.openxmlformats.org/drawingml/2006/main">
              <a:ext uri="{FF2B5EF4-FFF2-40B4-BE49-F238E27FC236}">
                <a16:creationId xmlns:a16="http://schemas.microsoft.com/office/drawing/2014/main" id="{22F12A09-4E52-460B-91D0-A53604B6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"/>
            <a:ext cx="581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c07886f92407c"/>
          <a:stretch xmlns:a="http://schemas.openxmlformats.org/drawingml/2006/main"/>
        </p:blipFill>
        <p:spPr>
          <a:xfrm xmlns:a="http://schemas.openxmlformats.org/drawingml/2006/main">
            <a:off x="5962650" y="590758"/>
            <a:ext cx="5695950" cy="3781009"/>
          </a:xfrm>
          <a:prstGeom xmlns:a="http://schemas.openxmlformats.org/drawingml/2006/main" prst="roundRect">
            <a:avLst>
              <a:gd name="adj" fmla="val 3023"/>
            </a:avLst>
          </a:prstGeom>
        </p:spPr>
      </p:pic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04D3540-087B-43AB-8776-7CEC4E4A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F6A63"/>
                </a:solidFill>
                <a:latin typeface="Arial"/>
                <a:ea typeface="Arial"/>
                <a:cs typeface="Arial"/>
              </a:rPr>
              <a:t>18 slides · no provider request was sent</a:t>
            </a:r>
          </a:p>
        </p:txBody>
      </p:sp>
    </p:spTree>
    <p:extLst>
      <p:ext uri="{BB962C8B-B14F-4D97-AF65-F5344CB8AC3E}">
        <p14:creationId xmlns:p14="http://schemas.microsoft.com/office/powerpoint/2010/main" val="355822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2">
            <a:extLst xmlns:a="http://schemas.openxmlformats.org/drawingml/2006/main">
              <a:ext uri="{FF2B5EF4-FFF2-40B4-BE49-F238E27FC236}">
                <a16:creationId xmlns:a16="http://schemas.microsoft.com/office/drawing/2014/main" id="{A0580368-B475-4773-9790-47FB16BC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3398E9-9BCC-4D7C-A438-669DD110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Capability Profiles are now a separate screen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50C736E3-6C36-4260-ACF2-F2FD4F24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187AF87F-337F-449E-926D-F3E0162C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5FB41B90-5AF4-43A1-9881-525BACBA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6F7E8DB8-58ED-4A84-A6E4-8C97AC49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 list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3BD98A5A-4E41-4A2F-91A1-E847FEBB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Choose a profile or add a new one.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A15580FF-E7BC-440F-B9F6-287AE38E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FD77C120-D1F7-4211-807C-3C01A1C5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C54D7203-5947-419F-AA01-EA0DEEDC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 details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A61172FD-6668-4D3F-A855-F8E8CA74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Name, key, and short description stay together.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9242F357-1235-400B-9B80-4148EEA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688FBE64-16ED-419D-AA45-F2D5FAF5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52BE39EA-BDC9-4863-B432-85AE3EC9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Runtime profile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3449D330-7A57-4B8E-AD7E-58FB468A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selected native runtime is shown as inherited and read-only.</a:t>
            </a:r>
          </a:p>
        </p:txBody>
      </p:sp>
      <p:sp>
        <p:nvSpPr>
          <p:cNvPr id="16" name="frame-01-capability-profile-overview.jpg">
            <a:extLst xmlns:a="http://schemas.openxmlformats.org/drawingml/2006/main">
              <a:ext uri="{FF2B5EF4-FFF2-40B4-BE49-F238E27FC236}">
                <a16:creationId xmlns:a16="http://schemas.microsoft.com/office/drawing/2014/main" id="{2A409134-B616-4DC2-8332-AD0BB4BB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90eba9ceb46de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85559517-2030-4332-98B9-6B5658A3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B42468A8-3D1A-43EB-A128-02E32095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585-236">
            <a:extLst xmlns:a="http://schemas.openxmlformats.org/drawingml/2006/main">
              <a:ext uri="{FF2B5EF4-FFF2-40B4-BE49-F238E27FC236}">
                <a16:creationId xmlns:a16="http://schemas.microsoft.com/office/drawing/2014/main" id="{65421639-37EB-4A59-AAA2-8ED8D360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14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585-236">
            <a:extLst xmlns:a="http://schemas.openxmlformats.org/drawingml/2006/main">
              <a:ext uri="{FF2B5EF4-FFF2-40B4-BE49-F238E27FC236}">
                <a16:creationId xmlns:a16="http://schemas.microsoft.com/office/drawing/2014/main" id="{358D7C34-F248-43C5-924F-91A81F2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717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845-230">
            <a:extLst xmlns:a="http://schemas.openxmlformats.org/drawingml/2006/main">
              <a:ext uri="{FF2B5EF4-FFF2-40B4-BE49-F238E27FC236}">
                <a16:creationId xmlns:a16="http://schemas.microsoft.com/office/drawing/2014/main" id="{702ACDF8-6192-4EE6-A701-6705F941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57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845-230">
            <a:extLst xmlns:a="http://schemas.openxmlformats.org/drawingml/2006/main">
              <a:ext uri="{FF2B5EF4-FFF2-40B4-BE49-F238E27FC236}">
                <a16:creationId xmlns:a16="http://schemas.microsoft.com/office/drawing/2014/main" id="{10389877-4E47-4726-8FD5-3DC8AECB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14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973-424">
            <a:extLst xmlns:a="http://schemas.openxmlformats.org/drawingml/2006/main">
              <a:ext uri="{FF2B5EF4-FFF2-40B4-BE49-F238E27FC236}">
                <a16:creationId xmlns:a16="http://schemas.microsoft.com/office/drawing/2014/main" id="{6226A7D2-904F-4597-B293-8E52D0AE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973-424">
            <a:extLst xmlns:a="http://schemas.openxmlformats.org/drawingml/2006/main">
              <a:ext uri="{FF2B5EF4-FFF2-40B4-BE49-F238E27FC236}">
                <a16:creationId xmlns:a16="http://schemas.microsoft.com/office/drawing/2014/main" id="{A8311446-77ED-4A4A-9F06-9F3BA113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62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2963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3">
            <a:extLst xmlns:a="http://schemas.openxmlformats.org/drawingml/2006/main">
              <a:ext uri="{FF2B5EF4-FFF2-40B4-BE49-F238E27FC236}">
                <a16:creationId xmlns:a16="http://schemas.microsoft.com/office/drawing/2014/main" id="{31C1133C-ACE8-4517-970E-F1DBCE90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374F057-D7BD-4CAC-A6B4-1EC5B0E2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profile limits the choices from the runtime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2D749481-329C-4E41-9388-7D8CECEF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BE72700A-18D8-4BE2-9098-83A2762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45D10B6E-A070-4579-B8F5-C6A979DA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3AFA4107-E1E8-4CBA-9B9E-A9ED34E3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C347AC39-89BE-498E-8A3F-547BEAFD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Tick the models that nodes may use.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BFCC4D10-A89C-4C34-9A01-CD5DEA5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48E7421B-6FFF-4710-B31C-C4C409D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BE62E625-58B0-44CA-9002-0DF85897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Reasoning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0972611E-E56B-4AB5-8630-398ADD13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Tick the reasoning levels that nodes may use.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5B6D383A-BBF0-477C-BD38-96A11C6E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2396E424-61BE-46DC-9491-0E67F90B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E0249717-A3B1-4A3E-BAC5-EDE3A2F3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Inherited items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36EAB435-4FE7-469C-9F0C-55E00357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MCP tools and skills are visible but locked in this build.</a:t>
            </a:r>
          </a:p>
        </p:txBody>
      </p:sp>
      <p:sp>
        <p:nvSpPr>
          <p:cNvPr id="16" name="frame-02-capability-allowed-selections.jpg">
            <a:extLst xmlns:a="http://schemas.openxmlformats.org/drawingml/2006/main">
              <a:ext uri="{FF2B5EF4-FFF2-40B4-BE49-F238E27FC236}">
                <a16:creationId xmlns:a16="http://schemas.microsoft.com/office/drawing/2014/main" id="{391AB8EF-0FBD-4750-8DA7-3BA7CCE9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a084566f4478c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FF4483AA-D14E-481A-B30F-F3A5FDE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9B45A6D6-D486-4F1B-8AF9-0A4E1EAF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880-432">
            <a:extLst xmlns:a="http://schemas.openxmlformats.org/drawingml/2006/main">
              <a:ext uri="{FF2B5EF4-FFF2-40B4-BE49-F238E27FC236}">
                <a16:creationId xmlns:a16="http://schemas.microsoft.com/office/drawing/2014/main" id="{CAF1E230-0E74-4F20-A4D3-4B064CC5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80-432">
            <a:extLst xmlns:a="http://schemas.openxmlformats.org/drawingml/2006/main">
              <a:ext uri="{FF2B5EF4-FFF2-40B4-BE49-F238E27FC236}">
                <a16:creationId xmlns:a16="http://schemas.microsoft.com/office/drawing/2014/main" id="{B415B3CD-AF61-457F-A4B7-874DFC64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30-505">
            <a:extLst xmlns:a="http://schemas.openxmlformats.org/drawingml/2006/main">
              <a:ext uri="{FF2B5EF4-FFF2-40B4-BE49-F238E27FC236}">
                <a16:creationId xmlns:a16="http://schemas.microsoft.com/office/drawing/2014/main" id="{49C1BE0A-5649-4496-B84C-2E794A4D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76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30-505">
            <a:extLst xmlns:a="http://schemas.openxmlformats.org/drawingml/2006/main">
              <a:ext uri="{FF2B5EF4-FFF2-40B4-BE49-F238E27FC236}">
                <a16:creationId xmlns:a16="http://schemas.microsoft.com/office/drawing/2014/main" id="{84B34D30-A5DB-491E-A94F-25CB8E5E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33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10-592">
            <a:extLst xmlns:a="http://schemas.openxmlformats.org/drawingml/2006/main">
              <a:ext uri="{FF2B5EF4-FFF2-40B4-BE49-F238E27FC236}">
                <a16:creationId xmlns:a16="http://schemas.microsoft.com/office/drawing/2014/main" id="{30A85814-D614-409C-98F6-CEA87CC1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0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10-592">
            <a:extLst xmlns:a="http://schemas.openxmlformats.org/drawingml/2006/main">
              <a:ext uri="{FF2B5EF4-FFF2-40B4-BE49-F238E27FC236}">
                <a16:creationId xmlns:a16="http://schemas.microsoft.com/office/drawing/2014/main" id="{BE4CB824-7819-4D73-A141-B2662AEC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626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81628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4">
            <a:extLst xmlns:a="http://schemas.openxmlformats.org/drawingml/2006/main">
              <a:ext uri="{FF2B5EF4-FFF2-40B4-BE49-F238E27FC236}">
                <a16:creationId xmlns:a16="http://schemas.microsoft.com/office/drawing/2014/main" id="{711578F8-7F88-4B25-A15F-59A1AAE3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196C076-5976-458B-BBC5-3AF6EAB2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Profiles can be saved or deleted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76DBB5DD-0D66-4556-9319-493FE7A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B9396218-6017-4B4E-969A-56CF44BE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538AE3AE-A1B5-4842-A1AE-32D31643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41D3C62E-9FE6-4858-ACBA-2C2A3E23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F5B13D29-E114-468C-BB48-59221F0C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Save writes the current profile changes.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419BC02F-1A2A-455F-9CA3-3FBA2BAD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BBD109F2-AFFA-48AF-9BBA-2C29FDB1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6F2C40D5-A3F8-4676-B078-6DABF68A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FF96A955-DB45-4A7D-90C2-8CE8D957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Delete removes the selected profile.</a:t>
            </a:r>
          </a:p>
        </p:txBody>
      </p:sp>
      <p:sp>
        <p:nvSpPr>
          <p:cNvPr id="12" name="frame-12-capability-profile-save-and-delete.png">
            <a:extLst xmlns:a="http://schemas.openxmlformats.org/drawingml/2006/main">
              <a:ext uri="{FF2B5EF4-FFF2-40B4-BE49-F238E27FC236}">
                <a16:creationId xmlns:a16="http://schemas.microsoft.com/office/drawing/2014/main" id="{9DB9A1CF-8648-4F22-BF5F-C4FACB4C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156491e854f87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4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8458FE79-827A-40C9-823B-5ECCF64F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5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04E8D4F8-80A3-4566-973D-2179A20C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16" name="marker-1-1139-594">
            <a:extLst xmlns:a="http://schemas.openxmlformats.org/drawingml/2006/main">
              <a:ext uri="{FF2B5EF4-FFF2-40B4-BE49-F238E27FC236}">
                <a16:creationId xmlns:a16="http://schemas.microsoft.com/office/drawing/2014/main" id="{4FD0451A-D850-4968-88E8-129E64C6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2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marker-number-1-1139-594">
            <a:extLst xmlns:a="http://schemas.openxmlformats.org/drawingml/2006/main">
              <a:ext uri="{FF2B5EF4-FFF2-40B4-BE49-F238E27FC236}">
                <a16:creationId xmlns:a16="http://schemas.microsoft.com/office/drawing/2014/main" id="{954D88B9-86B2-4361-9BDE-25CE1782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81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marker-2-925-594">
            <a:extLst xmlns:a="http://schemas.openxmlformats.org/drawingml/2006/main">
              <a:ext uri="{FF2B5EF4-FFF2-40B4-BE49-F238E27FC236}">
                <a16:creationId xmlns:a16="http://schemas.microsoft.com/office/drawing/2014/main" id="{26DCC4A2-5A80-456F-A27D-5BAC193B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52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marker-number-2-925-594">
            <a:extLst xmlns:a="http://schemas.openxmlformats.org/drawingml/2006/main">
              <a:ext uri="{FF2B5EF4-FFF2-40B4-BE49-F238E27FC236}">
                <a16:creationId xmlns:a16="http://schemas.microsoft.com/office/drawing/2014/main" id="{4F6ABC29-E20B-425E-B7F1-00FEEDC8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581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2564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5">
            <a:extLst xmlns:a="http://schemas.openxmlformats.org/drawingml/2006/main">
              <a:ext uri="{FF2B5EF4-FFF2-40B4-BE49-F238E27FC236}">
                <a16:creationId xmlns:a16="http://schemas.microsoft.com/office/drawing/2014/main" id="{DB98288A-E9D2-403A-BA35-B0C4A9E8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DAFBFB8-4DBC-4F16-8A48-458277F9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Workflow editing now opens as a node list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E0649E01-2498-4C17-821C-8BCDD6F0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callout-circle-1-126">
            <a:extLst xmlns:a="http://schemas.openxmlformats.org/drawingml/2006/main">
              <a:ext uri="{FF2B5EF4-FFF2-40B4-BE49-F238E27FC236}">
                <a16:creationId xmlns:a16="http://schemas.microsoft.com/office/drawing/2014/main" id="{B6797E06-FE08-47D0-AB4D-58467D6D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26">
            <a:extLst xmlns:a="http://schemas.openxmlformats.org/drawingml/2006/main">
              <a:ext uri="{FF2B5EF4-FFF2-40B4-BE49-F238E27FC236}">
                <a16:creationId xmlns:a16="http://schemas.microsoft.com/office/drawing/2014/main" id="{F310D6FD-7781-4D95-82C8-8DB0CB78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26">
            <a:extLst xmlns:a="http://schemas.openxmlformats.org/drawingml/2006/main">
              <a:ext uri="{FF2B5EF4-FFF2-40B4-BE49-F238E27FC236}">
                <a16:creationId xmlns:a16="http://schemas.microsoft.com/office/drawing/2014/main" id="{11A34914-877A-4219-B0A4-09257ACC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Recipe details</a:t>
            </a:r>
          </a:p>
        </p:txBody>
      </p:sp>
      <p:sp>
        <p:nvSpPr>
          <p:cNvPr id="7" name="callout-body-1-126">
            <a:extLst xmlns:a="http://schemas.openxmlformats.org/drawingml/2006/main">
              <a:ext uri="{FF2B5EF4-FFF2-40B4-BE49-F238E27FC236}">
                <a16:creationId xmlns:a16="http://schemas.microsoft.com/office/drawing/2014/main" id="{4787BFEA-4FA2-41DF-94B3-F246B9E7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Workflow name and key are still editable.</a:t>
            </a:r>
          </a:p>
        </p:txBody>
      </p:sp>
      <p:sp>
        <p:nvSpPr>
          <p:cNvPr id="8" name="callout-circle-2-230">
            <a:extLst xmlns:a="http://schemas.openxmlformats.org/drawingml/2006/main">
              <a:ext uri="{FF2B5EF4-FFF2-40B4-BE49-F238E27FC236}">
                <a16:creationId xmlns:a16="http://schemas.microsoft.com/office/drawing/2014/main" id="{AA79275C-3314-4A69-A619-6D2765E1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0">
            <a:extLst xmlns:a="http://schemas.openxmlformats.org/drawingml/2006/main">
              <a:ext uri="{FF2B5EF4-FFF2-40B4-BE49-F238E27FC236}">
                <a16:creationId xmlns:a16="http://schemas.microsoft.com/office/drawing/2014/main" id="{86CD2E3F-D2A5-4E6B-91AB-BE892D98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0">
            <a:extLst xmlns:a="http://schemas.openxmlformats.org/drawingml/2006/main">
              <a:ext uri="{FF2B5EF4-FFF2-40B4-BE49-F238E27FC236}">
                <a16:creationId xmlns:a16="http://schemas.microsoft.com/office/drawing/2014/main" id="{F713FAB2-E023-4793-8AF9-7561104A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list</a:t>
            </a:r>
          </a:p>
        </p:txBody>
      </p:sp>
      <p:sp>
        <p:nvSpPr>
          <p:cNvPr id="11" name="callout-body-2-230">
            <a:extLst xmlns:a="http://schemas.openxmlformats.org/drawingml/2006/main">
              <a:ext uri="{FF2B5EF4-FFF2-40B4-BE49-F238E27FC236}">
                <a16:creationId xmlns:a16="http://schemas.microsoft.com/office/drawing/2014/main" id="{B3FA01FA-D0A6-43F6-9CCA-70675001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Nodes are selected from a list on the left.</a:t>
            </a:r>
          </a:p>
        </p:txBody>
      </p:sp>
      <p:sp>
        <p:nvSpPr>
          <p:cNvPr id="12" name="callout-circle-3-334">
            <a:extLst xmlns:a="http://schemas.openxmlformats.org/drawingml/2006/main">
              <a:ext uri="{FF2B5EF4-FFF2-40B4-BE49-F238E27FC236}">
                <a16:creationId xmlns:a16="http://schemas.microsoft.com/office/drawing/2014/main" id="{5F87493A-A604-4D3F-8053-FEB61683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34">
            <a:extLst xmlns:a="http://schemas.openxmlformats.org/drawingml/2006/main">
              <a:ext uri="{FF2B5EF4-FFF2-40B4-BE49-F238E27FC236}">
                <a16:creationId xmlns:a16="http://schemas.microsoft.com/office/drawing/2014/main" id="{ECA22CE0-C60D-4B5E-9CAB-1D84EF58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34">
            <a:extLst xmlns:a="http://schemas.openxmlformats.org/drawingml/2006/main">
              <a:ext uri="{FF2B5EF4-FFF2-40B4-BE49-F238E27FC236}">
                <a16:creationId xmlns:a16="http://schemas.microsoft.com/office/drawing/2014/main" id="{08CC402D-FD45-40CF-9841-BA9150B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form</a:t>
            </a:r>
          </a:p>
        </p:txBody>
      </p:sp>
      <p:sp>
        <p:nvSpPr>
          <p:cNvPr id="15" name="callout-body-3-334">
            <a:extLst xmlns:a="http://schemas.openxmlformats.org/drawingml/2006/main">
              <a:ext uri="{FF2B5EF4-FFF2-40B4-BE49-F238E27FC236}">
                <a16:creationId xmlns:a16="http://schemas.microsoft.com/office/drawing/2014/main" id="{B44E94B7-F29B-41E2-B0E3-B4D2A4CB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selected node opens as a form on the right.</a:t>
            </a:r>
          </a:p>
        </p:txBody>
      </p:sp>
      <p:sp>
        <p:nvSpPr>
          <p:cNvPr id="16" name="issue-548">
            <a:extLst xmlns:a="http://schemas.openxmlformats.org/drawingml/2006/main">
              <a:ext uri="{FF2B5EF4-FFF2-40B4-BE49-F238E27FC236}">
                <a16:creationId xmlns:a16="http://schemas.microsoft.com/office/drawing/2014/main" id="{0466745A-019E-4F12-8801-4365FBD7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562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17" name="issue-text-548">
            <a:extLst xmlns:a="http://schemas.openxmlformats.org/drawingml/2006/main">
              <a:ext uri="{FF2B5EF4-FFF2-40B4-BE49-F238E27FC236}">
                <a16:creationId xmlns:a16="http://schemas.microsoft.com/office/drawing/2014/main" id="{64581758-F880-476F-BE6E-5C95FAC8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Known problem: this list replaced the old flow canvas. The canvas should return.</a:t>
            </a:r>
          </a:p>
        </p:txBody>
      </p:sp>
      <p:sp>
        <p:nvSpPr>
          <p:cNvPr id="18" name="frame-03-workflow-node-profile.jpg">
            <a:extLst xmlns:a="http://schemas.openxmlformats.org/drawingml/2006/main">
              <a:ext uri="{FF2B5EF4-FFF2-40B4-BE49-F238E27FC236}">
                <a16:creationId xmlns:a16="http://schemas.microsoft.com/office/drawing/2014/main" id="{919CB0DF-15AE-443F-882D-01BFAB8C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ef0079d714935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0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AAF6BF99-AFEF-42A3-8947-7444740D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21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7A7B72C5-16BD-4BCE-B23D-622CB29B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2" name="marker-1-915-192">
            <a:extLst xmlns:a="http://schemas.openxmlformats.org/drawingml/2006/main">
              <a:ext uri="{FF2B5EF4-FFF2-40B4-BE49-F238E27FC236}">
                <a16:creationId xmlns:a16="http://schemas.microsoft.com/office/drawing/2014/main" id="{E16917F2-9E6E-49FF-B90B-C3E7977D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1-915-192">
            <a:extLst xmlns:a="http://schemas.openxmlformats.org/drawingml/2006/main">
              <a:ext uri="{FF2B5EF4-FFF2-40B4-BE49-F238E27FC236}">
                <a16:creationId xmlns:a16="http://schemas.microsoft.com/office/drawing/2014/main" id="{4CC30C4F-9640-4611-9F05-C0A4CF73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7526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marker-2-594-331">
            <a:extLst xmlns:a="http://schemas.openxmlformats.org/drawingml/2006/main">
              <a:ext uri="{FF2B5EF4-FFF2-40B4-BE49-F238E27FC236}">
                <a16:creationId xmlns:a16="http://schemas.microsoft.com/office/drawing/2014/main" id="{2FA18F16-F210-42A2-8612-46C26A78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2-594-331">
            <a:extLst xmlns:a="http://schemas.openxmlformats.org/drawingml/2006/main">
              <a:ext uri="{FF2B5EF4-FFF2-40B4-BE49-F238E27FC236}">
                <a16:creationId xmlns:a16="http://schemas.microsoft.com/office/drawing/2014/main" id="{05A4F966-2E9B-4F34-8E86-7503C3BF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765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marker-3-927-335">
            <a:extLst xmlns:a="http://schemas.openxmlformats.org/drawingml/2006/main">
              <a:ext uri="{FF2B5EF4-FFF2-40B4-BE49-F238E27FC236}">
                <a16:creationId xmlns:a16="http://schemas.microsoft.com/office/drawing/2014/main" id="{4034A68B-183E-4E05-AA6D-5CC7F25D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57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marker-number-3-927-335">
            <a:extLst xmlns:a="http://schemas.openxmlformats.org/drawingml/2006/main">
              <a:ext uri="{FF2B5EF4-FFF2-40B4-BE49-F238E27FC236}">
                <a16:creationId xmlns:a16="http://schemas.microsoft.com/office/drawing/2014/main" id="{499F1EC4-25BC-4E10-B5E5-8B45378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146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marker-!-688-331">
            <a:extLst xmlns:a="http://schemas.openxmlformats.org/drawingml/2006/main">
              <a:ext uri="{FF2B5EF4-FFF2-40B4-BE49-F238E27FC236}">
                <a16:creationId xmlns:a16="http://schemas.microsoft.com/office/drawing/2014/main" id="{12D09D32-672E-482B-BAA6-6AB802CD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352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marker-number-!-688-331">
            <a:extLst xmlns:a="http://schemas.openxmlformats.org/drawingml/2006/main">
              <a:ext uri="{FF2B5EF4-FFF2-40B4-BE49-F238E27FC236}">
                <a16:creationId xmlns:a16="http://schemas.microsoft.com/office/drawing/2014/main" id="{77C27873-F1D2-4708-8B0A-86E52699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765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563893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6">
            <a:extLst xmlns:a="http://schemas.openxmlformats.org/drawingml/2006/main">
              <a:ext uri="{FF2B5EF4-FFF2-40B4-BE49-F238E27FC236}">
                <a16:creationId xmlns:a16="http://schemas.microsoft.com/office/drawing/2014/main" id="{33E7356D-27A8-4A2A-B409-31592E22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DAAE68D-1CFB-42D8-8DED-F1B9A3B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node setup can be copied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10721177-11D4-4C46-A03A-7E3A33CE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75D275D1-9419-4373-A7D7-1AF01DD1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7ED0C37E-1391-4FD7-B25B-07E1E778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60669CCB-4A95-47D5-8137-AB50C17D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Independent copy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9484C2A7-6DDE-4CC0-BC6A-C219F881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copy becomes separate node state.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627FCAFA-C8D8-407B-8C9C-E4C5A1AE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CA69A5C0-FF25-459B-9DEA-3B290853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5FDB4DF4-B254-4276-9914-57266AA7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Source node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F2845CE2-EE64-4724-9F18-C18F93AE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Pick an existing node as the source.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6A974469-C698-4E2A-88C6-7F02F1BD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0BF5A3B2-88AE-4CEA-A3E5-F44E8075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96FEFB5D-6CC2-4FF9-84E8-4E525303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Copy button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223933D0-6878-43BA-89A4-DBCE9D25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Copy its settings into the current node.</a:t>
            </a:r>
          </a:p>
        </p:txBody>
      </p:sp>
      <p:sp>
        <p:nvSpPr>
          <p:cNvPr id="16" name="frame-11-copy-node-configuration.png">
            <a:extLst xmlns:a="http://schemas.openxmlformats.org/drawingml/2006/main">
              <a:ext uri="{FF2B5EF4-FFF2-40B4-BE49-F238E27FC236}">
                <a16:creationId xmlns:a16="http://schemas.microsoft.com/office/drawing/2014/main" id="{42E02668-5B11-4B4F-8217-63F6F807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0d3ef109747f4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F5BDA98E-8DC5-4A39-8836-9902B710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8FC7E040-4C7A-4D4F-A88A-27DE8CFE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1000-430">
            <a:extLst xmlns:a="http://schemas.openxmlformats.org/drawingml/2006/main">
              <a:ext uri="{FF2B5EF4-FFF2-40B4-BE49-F238E27FC236}">
                <a16:creationId xmlns:a16="http://schemas.microsoft.com/office/drawing/2014/main" id="{23986F5B-103B-4ACE-B542-4C7C4659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1000-430">
            <a:extLst xmlns:a="http://schemas.openxmlformats.org/drawingml/2006/main">
              <a:ext uri="{FF2B5EF4-FFF2-40B4-BE49-F238E27FC236}">
                <a16:creationId xmlns:a16="http://schemas.microsoft.com/office/drawing/2014/main" id="{7C9C3B43-79B2-4F10-AD27-D046252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19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30-493">
            <a:extLst xmlns:a="http://schemas.openxmlformats.org/drawingml/2006/main">
              <a:ext uri="{FF2B5EF4-FFF2-40B4-BE49-F238E27FC236}">
                <a16:creationId xmlns:a16="http://schemas.microsoft.com/office/drawing/2014/main" id="{9E5F24FA-BD28-4828-A525-CC39F1A6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62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30-493">
            <a:extLst xmlns:a="http://schemas.openxmlformats.org/drawingml/2006/main">
              <a:ext uri="{FF2B5EF4-FFF2-40B4-BE49-F238E27FC236}">
                <a16:creationId xmlns:a16="http://schemas.microsoft.com/office/drawing/2014/main" id="{B58DFBA8-B087-45EF-8455-6E72B936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196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60-493">
            <a:extLst xmlns:a="http://schemas.openxmlformats.org/drawingml/2006/main">
              <a:ext uri="{FF2B5EF4-FFF2-40B4-BE49-F238E27FC236}">
                <a16:creationId xmlns:a16="http://schemas.microsoft.com/office/drawing/2014/main" id="{5D0FF295-EC57-4694-B588-909198AC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562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60-493">
            <a:extLst xmlns:a="http://schemas.openxmlformats.org/drawingml/2006/main">
              <a:ext uri="{FF2B5EF4-FFF2-40B4-BE49-F238E27FC236}">
                <a16:creationId xmlns:a16="http://schemas.microsoft.com/office/drawing/2014/main" id="{9901C27A-5694-4A80-874B-716C63D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6196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5744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7">
            <a:extLst xmlns:a="http://schemas.openxmlformats.org/drawingml/2006/main">
              <a:ext uri="{FF2B5EF4-FFF2-40B4-BE49-F238E27FC236}">
                <a16:creationId xmlns:a16="http://schemas.microsoft.com/office/drawing/2014/main" id="{5311B16F-6297-4704-A817-AE2819C3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B8750E4-8A2B-47CA-9450-C20CB746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node sets defaults and limits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9BD885E2-0792-49FC-A33E-C587965C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5CF18A6C-742C-4092-8DEA-36387634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763081E4-1643-4E68-93A0-BA8188B9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C2CED316-99DD-4B7E-A2AF-76745A4D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Allowed choices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4EC19AA0-0C00-410E-BB0D-7E91DD82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Models and reasoning stay within the chosen Capability Profile.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A8FBC90C-1393-4928-A01C-8EBAC643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32485002-000E-4B44-B037-3718EBDD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92BB81FB-3583-4737-A854-6E5832BD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Inherited items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F041B0D0-0666-4298-A231-EB0E6BD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MCP tools and skills are visible but locked in this build.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ACD33969-43F6-4766-BD09-076420D0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137B9920-C668-4E6C-B7AE-B77670F5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3D9BDB9A-9560-4FE7-8374-301E845B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Defaults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8DDB0FC5-8BED-485C-88F2-1BF1FEC9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node sets the model, reasoning, and sandbox used by Workflow messages.</a:t>
            </a:r>
          </a:p>
        </p:txBody>
      </p:sp>
      <p:sp>
        <p:nvSpPr>
          <p:cNvPr id="16" name="frame-04-node-restrictions-and-defaults.jpg">
            <a:extLst xmlns:a="http://schemas.openxmlformats.org/drawingml/2006/main">
              <a:ext uri="{FF2B5EF4-FFF2-40B4-BE49-F238E27FC236}">
                <a16:creationId xmlns:a16="http://schemas.microsoft.com/office/drawing/2014/main" id="{4A20FF6D-1E02-47AE-B5C7-CFF1E670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43b6d242c446b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D60F0644-6372-4FE5-9D7F-F4116641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44CDBDA9-DFA2-474F-9417-968C8760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780-263">
            <a:extLst xmlns:a="http://schemas.openxmlformats.org/drawingml/2006/main">
              <a:ext uri="{FF2B5EF4-FFF2-40B4-BE49-F238E27FC236}">
                <a16:creationId xmlns:a16="http://schemas.microsoft.com/office/drawing/2014/main" id="{24E362AE-98C0-437E-9214-E9D65245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780-263">
            <a:extLst xmlns:a="http://schemas.openxmlformats.org/drawingml/2006/main">
              <a:ext uri="{FF2B5EF4-FFF2-40B4-BE49-F238E27FC236}">
                <a16:creationId xmlns:a16="http://schemas.microsoft.com/office/drawing/2014/main" id="{43735238-E5CC-45FE-BC81-B2827E68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288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20-353">
            <a:extLst xmlns:a="http://schemas.openxmlformats.org/drawingml/2006/main">
              <a:ext uri="{FF2B5EF4-FFF2-40B4-BE49-F238E27FC236}">
                <a16:creationId xmlns:a16="http://schemas.microsoft.com/office/drawing/2014/main" id="{D7CC607E-F948-4DD6-918A-626A2446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28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20-353">
            <a:extLst xmlns:a="http://schemas.openxmlformats.org/drawingml/2006/main">
              <a:ext uri="{FF2B5EF4-FFF2-40B4-BE49-F238E27FC236}">
                <a16:creationId xmlns:a16="http://schemas.microsoft.com/office/drawing/2014/main" id="{11F984AB-3582-4842-AF24-1609D786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861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976-539">
            <a:extLst xmlns:a="http://schemas.openxmlformats.org/drawingml/2006/main">
              <a:ext uri="{FF2B5EF4-FFF2-40B4-BE49-F238E27FC236}">
                <a16:creationId xmlns:a16="http://schemas.microsoft.com/office/drawing/2014/main" id="{40D4B971-1F20-449C-A31B-C115D51E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00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976-539">
            <a:extLst xmlns:a="http://schemas.openxmlformats.org/drawingml/2006/main">
              <a:ext uri="{FF2B5EF4-FFF2-40B4-BE49-F238E27FC236}">
                <a16:creationId xmlns:a16="http://schemas.microsoft.com/office/drawing/2014/main" id="{492D300F-0BE8-4ADE-8939-A7E2CD69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577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15205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8">
            <a:extLst xmlns:a="http://schemas.openxmlformats.org/drawingml/2006/main">
              <a:ext uri="{FF2B5EF4-FFF2-40B4-BE49-F238E27FC236}">
                <a16:creationId xmlns:a16="http://schemas.microsoft.com/office/drawing/2014/main" id="{E5A5639E-134F-4FF4-AD2C-10CCEA11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DE4D5EB-F830-4205-B9CB-3163413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connection defines an event trigger</a:t>
            </a:r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5297A4B2-6B82-445B-8300-1C8DF40D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A1DF8E1F-DA10-47CD-BCA0-A0C3449B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458F37A0-2E99-4CC8-AA3D-B02A7C3B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F326B678-D65D-4EB9-B48E-828FE152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From and to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C9657316-657C-4E3D-91CA-0F588456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connection names its source and destination nodes.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C08DC3DD-8630-482E-BBCD-D8CF4120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0F45A080-5D17-44BA-A959-3BF96FE6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1BE97D79-2770-45C0-B8AF-79C9152A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8F05CD95-DE8D-43A3-8DF0-DEB94CB5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Choose what starts the event.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B52B7E03-2648-44CC-8684-871B99B0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355BD319-C781-49C0-8FE4-F6C1BD96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3B634BAD-F9DC-4836-907E-8A3A960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Prompt order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6338BE29-B09E-4F1C-8F53-8981C165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prompt sources are listed in delivery order.</a:t>
            </a:r>
          </a:p>
        </p:txBody>
      </p:sp>
      <p:sp>
        <p:nvSpPr>
          <p:cNvPr id="16" name="frame-05-connection-trigger-and-prompt.jpg">
            <a:extLst xmlns:a="http://schemas.openxmlformats.org/drawingml/2006/main">
              <a:ext uri="{FF2B5EF4-FFF2-40B4-BE49-F238E27FC236}">
                <a16:creationId xmlns:a16="http://schemas.microsoft.com/office/drawing/2014/main" id="{32585CAB-828A-47F6-854B-88303652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d0edb2ac84072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6EED146C-2F88-4018-A424-E988AA27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B1397C2B-05DC-4FA3-B8EA-03C1758F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1180-387">
            <a:extLst xmlns:a="http://schemas.openxmlformats.org/drawingml/2006/main">
              <a:ext uri="{FF2B5EF4-FFF2-40B4-BE49-F238E27FC236}">
                <a16:creationId xmlns:a16="http://schemas.microsoft.com/office/drawing/2014/main" id="{28451513-D0C5-416B-8190-96921FBC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52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1180-387">
            <a:extLst xmlns:a="http://schemas.openxmlformats.org/drawingml/2006/main">
              <a:ext uri="{FF2B5EF4-FFF2-40B4-BE49-F238E27FC236}">
                <a16:creationId xmlns:a16="http://schemas.microsoft.com/office/drawing/2014/main" id="{F7D53A30-9355-41F4-903B-DB709B22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099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158-476">
            <a:extLst xmlns:a="http://schemas.openxmlformats.org/drawingml/2006/main">
              <a:ext uri="{FF2B5EF4-FFF2-40B4-BE49-F238E27FC236}">
                <a16:creationId xmlns:a16="http://schemas.microsoft.com/office/drawing/2014/main" id="{9A15CB38-AF10-4597-8C84-F4CA7AC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158-476">
            <a:extLst xmlns:a="http://schemas.openxmlformats.org/drawingml/2006/main">
              <a:ext uri="{FF2B5EF4-FFF2-40B4-BE49-F238E27FC236}">
                <a16:creationId xmlns:a16="http://schemas.microsoft.com/office/drawing/2014/main" id="{201AC8F6-11D0-4A10-8D1E-29EA3A7E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577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30-625">
            <a:extLst xmlns:a="http://schemas.openxmlformats.org/drawingml/2006/main">
              <a:ext uri="{FF2B5EF4-FFF2-40B4-BE49-F238E27FC236}">
                <a16:creationId xmlns:a16="http://schemas.microsoft.com/office/drawing/2014/main" id="{2DBC347D-D960-419E-A47A-4CE46DB5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81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30-625">
            <a:extLst xmlns:a="http://schemas.openxmlformats.org/drawingml/2006/main">
              <a:ext uri="{FF2B5EF4-FFF2-40B4-BE49-F238E27FC236}">
                <a16:creationId xmlns:a16="http://schemas.microsoft.com/office/drawing/2014/main" id="{C2871C5A-0D72-4F52-A00E-7CBD0B8C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876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11278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9">
            <a:extLst xmlns:a="http://schemas.openxmlformats.org/drawingml/2006/main">
              <a:ext uri="{FF2B5EF4-FFF2-40B4-BE49-F238E27FC236}">
                <a16:creationId xmlns:a16="http://schemas.microsoft.com/office/drawing/2014/main" id="{CD5FEFF0-EBEF-42C1-A53A-667016F1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BAF1F89-973E-425D-8397-F3FEA124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connection builds the prompt and finds Sessions</a:t>
            </a:r>
          </a:p>
        </p:txBody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9D9F9626-FB24-4B1C-9F43-E5F19AAD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DEAD3CC4-8D3C-40B0-8B51-9367A599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1554EEF1-D819-4B1F-A0A8-A83E8A25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C725A75F-E9BA-4941-8F36-D42BD2AE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Prompt sources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80F15ADB-ABE3-43E1-9F2B-9E33B50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Connection text, MCP values, file name, and node prompt can be combined.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9BF4D1D8-6004-4014-B8F7-CC6010D4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B4AC0E41-CCF1-450F-81E9-C3AAC73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BDBBA931-B91A-48A8-BFC4-EB464764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Target rules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42348071-6272-40D8-B211-8B7672A4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Find Sessions by node and relation, then choose first, all, or newest.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A707CE44-A26B-4E09-B361-B8453BE0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27B9845B-1A92-41CE-ADA5-89241FE2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A49540D9-811D-49C6-B4D8-964D1F24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Create if missing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BCFBC556-A7C1-4462-9A9D-3FB45FE2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event may create a Session when no match exists.</a:t>
            </a:r>
          </a:p>
        </p:txBody>
      </p:sp>
      <p:sp>
        <p:nvSpPr>
          <p:cNvPr id="16" name="frame-06-connection-prompt-and-target.jpg">
            <a:extLst xmlns:a="http://schemas.openxmlformats.org/drawingml/2006/main">
              <a:ext uri="{FF2B5EF4-FFF2-40B4-BE49-F238E27FC236}">
                <a16:creationId xmlns:a16="http://schemas.microsoft.com/office/drawing/2014/main" id="{6F389C1B-7E7A-49C1-9F5F-18E1E958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daecdaba7482f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5DDCEEF3-8A11-4451-BADF-8FD0403B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6E68A8D4-E313-4513-B204-CE9C1485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811-248">
            <a:extLst xmlns:a="http://schemas.openxmlformats.org/drawingml/2006/main">
              <a:ext uri="{FF2B5EF4-FFF2-40B4-BE49-F238E27FC236}">
                <a16:creationId xmlns:a16="http://schemas.microsoft.com/office/drawing/2014/main" id="{F6852EE4-8595-46B1-94EA-1DD80642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28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11-248">
            <a:extLst xmlns:a="http://schemas.openxmlformats.org/drawingml/2006/main">
              <a:ext uri="{FF2B5EF4-FFF2-40B4-BE49-F238E27FC236}">
                <a16:creationId xmlns:a16="http://schemas.microsoft.com/office/drawing/2014/main" id="{93EA8F42-33F9-4F26-90FB-18A18365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860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60-425">
            <a:extLst xmlns:a="http://schemas.openxmlformats.org/drawingml/2006/main">
              <a:ext uri="{FF2B5EF4-FFF2-40B4-BE49-F238E27FC236}">
                <a16:creationId xmlns:a16="http://schemas.microsoft.com/office/drawing/2014/main" id="{63171AA8-4B81-4378-837F-655F477B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14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60-425">
            <a:extLst xmlns:a="http://schemas.openxmlformats.org/drawingml/2006/main">
              <a:ext uri="{FF2B5EF4-FFF2-40B4-BE49-F238E27FC236}">
                <a16:creationId xmlns:a16="http://schemas.microsoft.com/office/drawing/2014/main" id="{03B4AF51-B09B-47A2-80F9-68F3A8DC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71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95-560">
            <a:extLst xmlns:a="http://schemas.openxmlformats.org/drawingml/2006/main">
              <a:ext uri="{FF2B5EF4-FFF2-40B4-BE49-F238E27FC236}">
                <a16:creationId xmlns:a16="http://schemas.microsoft.com/office/drawing/2014/main" id="{A5B072CB-40C8-419A-BDE7-23797BF5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00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95-560">
            <a:extLst xmlns:a="http://schemas.openxmlformats.org/drawingml/2006/main">
              <a:ext uri="{FF2B5EF4-FFF2-40B4-BE49-F238E27FC236}">
                <a16:creationId xmlns:a16="http://schemas.microsoft.com/office/drawing/2014/main" id="{5E02CD90-3E08-47EF-B14B-1F29D6F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57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347443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10">
            <a:extLst xmlns:a="http://schemas.openxmlformats.org/drawingml/2006/main">
              <a:ext uri="{FF2B5EF4-FFF2-40B4-BE49-F238E27FC236}">
                <a16:creationId xmlns:a16="http://schemas.microsoft.com/office/drawing/2014/main" id="{C9311916-6A01-4F9F-BB58-09A52D1B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COMPILE AND RUN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3E31FCE-7494-407C-8DC9-6125E3C8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Compile builds Session Events for a run</a:t>
            </a:r>
          </a:p>
        </p:txBody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7FF5BE81-6917-4CF1-9821-00E9B544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callout-circle-1-126">
            <a:extLst xmlns:a="http://schemas.openxmlformats.org/drawingml/2006/main">
              <a:ext uri="{FF2B5EF4-FFF2-40B4-BE49-F238E27FC236}">
                <a16:creationId xmlns:a16="http://schemas.microsoft.com/office/drawing/2014/main" id="{D93DF7D7-5844-4058-885C-F9924BC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26">
            <a:extLst xmlns:a="http://schemas.openxmlformats.org/drawingml/2006/main">
              <a:ext uri="{FF2B5EF4-FFF2-40B4-BE49-F238E27FC236}">
                <a16:creationId xmlns:a16="http://schemas.microsoft.com/office/drawing/2014/main" id="{F1DA7CB1-7BD7-4B86-9B75-3BC43C7D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26">
            <a:extLst xmlns:a="http://schemas.openxmlformats.org/drawingml/2006/main">
              <a:ext uri="{FF2B5EF4-FFF2-40B4-BE49-F238E27FC236}">
                <a16:creationId xmlns:a16="http://schemas.microsoft.com/office/drawing/2014/main" id="{1B0D9C50-B489-4716-848B-CD9C1F4F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Instance ID</a:t>
            </a:r>
          </a:p>
        </p:txBody>
      </p:sp>
      <p:sp>
        <p:nvSpPr>
          <p:cNvPr id="7" name="callout-body-1-126">
            <a:extLst xmlns:a="http://schemas.openxmlformats.org/drawingml/2006/main">
              <a:ext uri="{FF2B5EF4-FFF2-40B4-BE49-F238E27FC236}">
                <a16:creationId xmlns:a16="http://schemas.microsoft.com/office/drawing/2014/main" id="{BD71AFD5-80C0-425B-8F02-93F0E46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typed ID is used to scope the compiled event.</a:t>
            </a:r>
          </a:p>
        </p:txBody>
      </p:sp>
      <p:sp>
        <p:nvSpPr>
          <p:cNvPr id="8" name="callout-circle-2-230">
            <a:extLst xmlns:a="http://schemas.openxmlformats.org/drawingml/2006/main">
              <a:ext uri="{FF2B5EF4-FFF2-40B4-BE49-F238E27FC236}">
                <a16:creationId xmlns:a16="http://schemas.microsoft.com/office/drawing/2014/main" id="{43A4F1F6-A890-470B-9C6F-C9A6EB0C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0">
            <a:extLst xmlns:a="http://schemas.openxmlformats.org/drawingml/2006/main">
              <a:ext uri="{FF2B5EF4-FFF2-40B4-BE49-F238E27FC236}">
                <a16:creationId xmlns:a16="http://schemas.microsoft.com/office/drawing/2014/main" id="{42E6AE58-003F-4535-96BF-2BACC6CB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0">
            <a:extLst xmlns:a="http://schemas.openxmlformats.org/drawingml/2006/main">
              <a:ext uri="{FF2B5EF4-FFF2-40B4-BE49-F238E27FC236}">
                <a16:creationId xmlns:a16="http://schemas.microsoft.com/office/drawing/2014/main" id="{72330312-1AD4-4264-AB49-21F04A20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Compile</a:t>
            </a:r>
          </a:p>
        </p:txBody>
      </p:sp>
      <p:sp>
        <p:nvSpPr>
          <p:cNvPr id="11" name="callout-body-2-230">
            <a:extLst xmlns:a="http://schemas.openxmlformats.org/drawingml/2006/main">
              <a:ext uri="{FF2B5EF4-FFF2-40B4-BE49-F238E27FC236}">
                <a16:creationId xmlns:a16="http://schemas.microsoft.com/office/drawing/2014/main" id="{4EAE4CB0-B52F-417A-B75B-85015B4F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Compile shows the event definitions before they run.</a:t>
            </a:r>
          </a:p>
        </p:txBody>
      </p:sp>
      <p:sp>
        <p:nvSpPr>
          <p:cNvPr id="12" name="callout-circle-3-334">
            <a:extLst xmlns:a="http://schemas.openxmlformats.org/drawingml/2006/main">
              <a:ext uri="{FF2B5EF4-FFF2-40B4-BE49-F238E27FC236}">
                <a16:creationId xmlns:a16="http://schemas.microsoft.com/office/drawing/2014/main" id="{71537C6D-DC66-4565-A342-9CA1845A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34">
            <a:extLst xmlns:a="http://schemas.openxmlformats.org/drawingml/2006/main">
              <a:ext uri="{FF2B5EF4-FFF2-40B4-BE49-F238E27FC236}">
                <a16:creationId xmlns:a16="http://schemas.microsoft.com/office/drawing/2014/main" id="{CF1374DE-56E8-4415-B9C8-F2331926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34">
            <a:extLst xmlns:a="http://schemas.openxmlformats.org/drawingml/2006/main">
              <a:ext uri="{FF2B5EF4-FFF2-40B4-BE49-F238E27FC236}">
                <a16:creationId xmlns:a16="http://schemas.microsoft.com/office/drawing/2014/main" id="{7D46FDCB-B390-4F3E-B2B0-C2350FDE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Staged request</a:t>
            </a:r>
          </a:p>
        </p:txBody>
      </p:sp>
      <p:sp>
        <p:nvSpPr>
          <p:cNvPr id="15" name="callout-body-3-334">
            <a:extLst xmlns:a="http://schemas.openxmlformats.org/drawingml/2006/main">
              <a:ext uri="{FF2B5EF4-FFF2-40B4-BE49-F238E27FC236}">
                <a16:creationId xmlns:a16="http://schemas.microsoft.com/office/drawing/2014/main" id="{66CE7418-39FF-4B2B-BE55-DEFCEAFF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user-triggered event can be prepared without sending it.</a:t>
            </a:r>
          </a:p>
        </p:txBody>
      </p:sp>
      <p:sp>
        <p:nvSpPr>
          <p:cNvPr id="16" name="issue-548">
            <a:extLst xmlns:a="http://schemas.openxmlformats.org/drawingml/2006/main">
              <a:ext uri="{FF2B5EF4-FFF2-40B4-BE49-F238E27FC236}">
                <a16:creationId xmlns:a16="http://schemas.microsoft.com/office/drawing/2014/main" id="{46C56F70-7CC1-485E-9E64-4D7BC06A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562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17" name="issue-text-548">
            <a:extLst xmlns:a="http://schemas.openxmlformats.org/drawingml/2006/main">
              <a:ext uri="{FF2B5EF4-FFF2-40B4-BE49-F238E27FC236}">
                <a16:creationId xmlns:a16="http://schemas.microsoft.com/office/drawing/2014/main" id="{6716283B-3F1D-4239-A4F1-92B9C84B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Known problem: the old instance list and Create Workflow instance flow are missing. A typed ID is not a replacement.</a:t>
            </a:r>
          </a:p>
        </p:txBody>
      </p:sp>
      <p:sp>
        <p:nvSpPr>
          <p:cNvPr id="18" name="frame-07-compile-and-run.jpg">
            <a:extLst xmlns:a="http://schemas.openxmlformats.org/drawingml/2006/main">
              <a:ext uri="{FF2B5EF4-FFF2-40B4-BE49-F238E27FC236}">
                <a16:creationId xmlns:a16="http://schemas.microsoft.com/office/drawing/2014/main" id="{F969E025-F03C-436D-B760-C839D8FE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edee94f2d4ffd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0" name="label-LIVE · NOT SENT-144">
            <a:extLst xmlns:a="http://schemas.openxmlformats.org/drawingml/2006/main">
              <a:ext uri="{FF2B5EF4-FFF2-40B4-BE49-F238E27FC236}">
                <a16:creationId xmlns:a16="http://schemas.microsoft.com/office/drawing/2014/main" id="{349324EB-5170-46F8-B33C-A691D995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1144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21" name="label-text-LIVE · NOT SENT-144">
            <a:extLst xmlns:a="http://schemas.openxmlformats.org/drawingml/2006/main">
              <a:ext uri="{FF2B5EF4-FFF2-40B4-BE49-F238E27FC236}">
                <a16:creationId xmlns:a16="http://schemas.microsoft.com/office/drawing/2014/main" id="{6A0B996D-4185-4DD6-A970-911D8513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9239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· NOT SENT</a:t>
            </a:r>
          </a:p>
        </p:txBody>
      </p:sp>
      <p:sp>
        <p:nvSpPr>
          <p:cNvPr id="22" name="marker-1-1060-374">
            <a:extLst xmlns:a="http://schemas.openxmlformats.org/drawingml/2006/main">
              <a:ext uri="{FF2B5EF4-FFF2-40B4-BE49-F238E27FC236}">
                <a16:creationId xmlns:a16="http://schemas.microsoft.com/office/drawing/2014/main" id="{EE27715C-AB99-4B9C-9C4F-DA5322C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29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1-1060-374">
            <a:extLst xmlns:a="http://schemas.openxmlformats.org/drawingml/2006/main">
              <a:ext uri="{FF2B5EF4-FFF2-40B4-BE49-F238E27FC236}">
                <a16:creationId xmlns:a16="http://schemas.microsoft.com/office/drawing/2014/main" id="{B01D2647-8FF9-4F0F-89A0-7817BF95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861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marker-2-1060-402">
            <a:extLst xmlns:a="http://schemas.openxmlformats.org/drawingml/2006/main">
              <a:ext uri="{FF2B5EF4-FFF2-40B4-BE49-F238E27FC236}">
                <a16:creationId xmlns:a16="http://schemas.microsoft.com/office/drawing/2014/main" id="{A38EBE40-0EB6-430C-AD2B-3785BCBE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2-1060-402">
            <a:extLst xmlns:a="http://schemas.openxmlformats.org/drawingml/2006/main">
              <a:ext uri="{FF2B5EF4-FFF2-40B4-BE49-F238E27FC236}">
                <a16:creationId xmlns:a16="http://schemas.microsoft.com/office/drawing/2014/main" id="{A2676847-83C8-475D-9DDC-55D7F0BE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528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marker-3-1000-530">
            <a:extLst xmlns:a="http://schemas.openxmlformats.org/drawingml/2006/main">
              <a:ext uri="{FF2B5EF4-FFF2-40B4-BE49-F238E27FC236}">
                <a16:creationId xmlns:a16="http://schemas.microsoft.com/office/drawing/2014/main" id="{FDDEEC02-E2E7-4E70-84B9-395B8F5B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marker-number-3-1000-530">
            <a:extLst xmlns:a="http://schemas.openxmlformats.org/drawingml/2006/main">
              <a:ext uri="{FF2B5EF4-FFF2-40B4-BE49-F238E27FC236}">
                <a16:creationId xmlns:a16="http://schemas.microsoft.com/office/drawing/2014/main" id="{20A6364E-9619-4081-8B45-44B14684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720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325293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1">
            <a:extLst xmlns:a="http://schemas.openxmlformats.org/drawingml/2006/main">
              <a:ext uri="{FF2B5EF4-FFF2-40B4-BE49-F238E27FC236}">
                <a16:creationId xmlns:a16="http://schemas.microsoft.com/office/drawing/2014/main" id="{711EB628-E7AA-4799-8AE9-B8106CCB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AA1A9B7-FB7B-4292-9374-9B18BBC0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Each Session shows its pinned profile</a:t>
            </a:r>
          </a:p>
        </p:txBody>
      </p:sp>
      <p:sp>
        <p:nvSpPr>
          <p:cNvPr id="3" name="number-11">
            <a:extLst xmlns:a="http://schemas.openxmlformats.org/drawingml/2006/main">
              <a:ext uri="{FF2B5EF4-FFF2-40B4-BE49-F238E27FC236}">
                <a16:creationId xmlns:a16="http://schemas.microsoft.com/office/drawing/2014/main" id="{4D6EBA3C-FEDD-4031-ADDF-4337083B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CDA82E9A-A7A1-4423-A22B-A0798295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A8DFB73E-108D-45B3-9FE1-2BE74942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BE09DA1D-CE6B-4668-B03F-A6EA158B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Next message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A2BC5AFE-224A-412A-8D82-B6B04A24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direct user message may pick model and reasoning for that message.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1C64D2F6-9806-47D1-A658-2F3A0304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1C47AD36-1A2B-497D-845B-94D8EB68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448A0FB0-212A-4426-9D88-918B791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Capability Profile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842223F2-8785-4C09-A4CA-597E6419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Session keeps the resolved profile revision from creation.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45387209-4289-4B31-A246-75134324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6B860AD4-CCC2-41C0-93ED-AEBBCED6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FE24E88F-E9ED-437D-BBE3-90BAE7CA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Resolution digest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450DBB84-3F3D-4151-8F83-DB50F2C1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digest identifies the exact pinned result.</a:t>
            </a:r>
          </a:p>
        </p:txBody>
      </p:sp>
      <p:sp>
        <p:nvSpPr>
          <p:cNvPr id="16" name="frame-08-session-profile-and-message-controls.jpg">
            <a:extLst xmlns:a="http://schemas.openxmlformats.org/drawingml/2006/main">
              <a:ext uri="{FF2B5EF4-FFF2-40B4-BE49-F238E27FC236}">
                <a16:creationId xmlns:a16="http://schemas.microsoft.com/office/drawing/2014/main" id="{B93F2AC9-84E7-47A1-BF8E-48518FE6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0ded1dd154b8e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EDFC99C3-BFE1-462F-94BD-1F62F9D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68238056-0507-409D-9A79-7AF85FD5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896-266">
            <a:extLst xmlns:a="http://schemas.openxmlformats.org/drawingml/2006/main">
              <a:ext uri="{FF2B5EF4-FFF2-40B4-BE49-F238E27FC236}">
                <a16:creationId xmlns:a16="http://schemas.microsoft.com/office/drawing/2014/main" id="{091EF6F8-3A5F-45DA-AFE1-990AC461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96-266">
            <a:extLst xmlns:a="http://schemas.openxmlformats.org/drawingml/2006/main">
              <a:ext uri="{FF2B5EF4-FFF2-40B4-BE49-F238E27FC236}">
                <a16:creationId xmlns:a16="http://schemas.microsoft.com/office/drawing/2014/main" id="{CF0B8249-A813-4D6D-AC43-A0190FE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574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50-490">
            <a:extLst xmlns:a="http://schemas.openxmlformats.org/drawingml/2006/main">
              <a:ext uri="{FF2B5EF4-FFF2-40B4-BE49-F238E27FC236}">
                <a16:creationId xmlns:a16="http://schemas.microsoft.com/office/drawing/2014/main" id="{44A6A1CF-12DB-4F3B-91D5-EA60D300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33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50-490">
            <a:extLst xmlns:a="http://schemas.openxmlformats.org/drawingml/2006/main">
              <a:ext uri="{FF2B5EF4-FFF2-40B4-BE49-F238E27FC236}">
                <a16:creationId xmlns:a16="http://schemas.microsoft.com/office/drawing/2014/main" id="{90D027BD-5F5A-42F8-B6A8-7CD48726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910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83-424">
            <a:extLst xmlns:a="http://schemas.openxmlformats.org/drawingml/2006/main">
              <a:ext uri="{FF2B5EF4-FFF2-40B4-BE49-F238E27FC236}">
                <a16:creationId xmlns:a16="http://schemas.microsoft.com/office/drawing/2014/main" id="{D14B10FB-0582-415B-B641-4E2798B3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83-424">
            <a:extLst xmlns:a="http://schemas.openxmlformats.org/drawingml/2006/main">
              <a:ext uri="{FF2B5EF4-FFF2-40B4-BE49-F238E27FC236}">
                <a16:creationId xmlns:a16="http://schemas.microsoft.com/office/drawing/2014/main" id="{235E0750-A7D4-4A22-9305-5D9B643B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962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8752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2">
            <a:extLst xmlns:a="http://schemas.openxmlformats.org/drawingml/2006/main">
              <a:ext uri="{FF2B5EF4-FFF2-40B4-BE49-F238E27FC236}">
                <a16:creationId xmlns:a16="http://schemas.microsoft.com/office/drawing/2014/main" id="{F7F807FA-79B3-41BC-83B4-E41293D4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84AA335-6A86-4C35-BC9F-AE3A6167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defaults are shown in the Session</a:t>
            </a:r>
          </a:p>
        </p:txBody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372F559E-85F1-44C1-AE7B-1D1E0351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17EA2C46-43DD-43BE-B0A5-9B1A399A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67DC7371-4E8A-44C5-8B9A-487BC4BD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5E37B958-0CA8-4E32-9609-C9056F84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Workflow defaults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378AAF6E-1AF7-4EB4-BE15-691B1230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pinned model, reasoning, and sandbox are shown together.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A94A8F38-0A75-490A-95EA-AC49D6E7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F52B3A3D-FBE6-429A-AFED-18E4B28D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A3CE6E53-04BB-4000-89A3-C795515E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Allowed choices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17245777-57E4-4F7D-B738-F58A2AD4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Session shows the models and reasoning levels allowed by the node.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C84943CF-808C-41EA-A369-66942A5D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C102B19A-FFF3-47AD-9240-99D2155E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5224FA5C-ADAB-44BB-A4BD-5EA4AF3B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Source labels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36D76C1E-B84C-4A45-ACA2-F057DAF9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Each value says that it came from the resolved Node Profile.</a:t>
            </a:r>
          </a:p>
        </p:txBody>
      </p:sp>
      <p:sp>
        <p:nvSpPr>
          <p:cNvPr id="16" name="frame-09-pinned-defaults-and-node-capabilities.jpg">
            <a:extLst xmlns:a="http://schemas.openxmlformats.org/drawingml/2006/main">
              <a:ext uri="{FF2B5EF4-FFF2-40B4-BE49-F238E27FC236}">
                <a16:creationId xmlns:a16="http://schemas.microsoft.com/office/drawing/2014/main" id="{85863C73-6467-41AE-A7B3-E777F846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213757aa249c2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1A81143B-1F74-45E4-8506-88FB3C4B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619E9180-C916-448F-8A0C-EC06AF61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900-360">
            <a:extLst xmlns:a="http://schemas.openxmlformats.org/drawingml/2006/main">
              <a:ext uri="{FF2B5EF4-FFF2-40B4-BE49-F238E27FC236}">
                <a16:creationId xmlns:a16="http://schemas.microsoft.com/office/drawing/2014/main" id="{059EDDCC-D4CB-493F-8F1E-E4380A1C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900-360">
            <a:extLst xmlns:a="http://schemas.openxmlformats.org/drawingml/2006/main">
              <a:ext uri="{FF2B5EF4-FFF2-40B4-BE49-F238E27FC236}">
                <a16:creationId xmlns:a16="http://schemas.microsoft.com/office/drawing/2014/main" id="{613BC956-836B-47D8-A99C-7F30EC65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10-470">
            <a:extLst xmlns:a="http://schemas.openxmlformats.org/drawingml/2006/main">
              <a:ext uri="{FF2B5EF4-FFF2-40B4-BE49-F238E27FC236}">
                <a16:creationId xmlns:a16="http://schemas.microsoft.com/office/drawing/2014/main" id="{17D68F56-5282-470B-98CD-F4926933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43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10-470">
            <a:extLst xmlns:a="http://schemas.openxmlformats.org/drawingml/2006/main">
              <a:ext uri="{FF2B5EF4-FFF2-40B4-BE49-F238E27FC236}">
                <a16:creationId xmlns:a16="http://schemas.microsoft.com/office/drawing/2014/main" id="{B1B494DC-5E46-4D18-834B-0522F851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00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10-520">
            <a:extLst xmlns:a="http://schemas.openxmlformats.org/drawingml/2006/main">
              <a:ext uri="{FF2B5EF4-FFF2-40B4-BE49-F238E27FC236}">
                <a16:creationId xmlns:a16="http://schemas.microsoft.com/office/drawing/2014/main" id="{FAF3B259-024A-42ED-9399-D00B5CA5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19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10-520">
            <a:extLst xmlns:a="http://schemas.openxmlformats.org/drawingml/2006/main">
              <a:ext uri="{FF2B5EF4-FFF2-40B4-BE49-F238E27FC236}">
                <a16:creationId xmlns:a16="http://schemas.microsoft.com/office/drawing/2014/main" id="{24BD2273-71BA-4297-A7FD-4DAE40E1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76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467911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55751E62-DB38-41BB-9EBC-21B547DB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23C97979-A616-4502-BC92-8A2D6D7A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Runtime exposure and delivery history are separate</a:t>
            </a:r>
          </a:p>
        </p:txBody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56E1CD2E-7521-4BF9-A4CD-4F7F44BB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4D97A8B6-6B7B-493E-B8B2-F723EFB0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3F3725D3-BC43-4A87-AE4A-18639558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5595712F-019B-40E4-ABFB-CB7A4A31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Attached runtime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0311EE36-5561-4067-84FF-168D6F9B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the models and reasoning modes the current runtime exposes.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CECC9193-A486-4E80-BE3E-0961C45F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CA374D89-8FE3-4C54-A58A-9C528214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6B98012B-AF43-49E5-A4C4-FF8E488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Delivery history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EB5D5F1B-7C34-4386-9695-AD73F4D4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Lists Session Event deliveries tied to this Session.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7865D69A-8899-411C-BCCD-25D2DD3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658D6409-8070-4591-BF61-74B2036F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C53E9FA3-6EEA-4299-856C-CD9C55F0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Message box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2B03CB82-C210-41EB-801C-68E80B77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composer stays fixed at the bottom while the details scroll.</a:t>
            </a:r>
          </a:p>
        </p:txBody>
      </p:sp>
      <p:sp>
        <p:nvSpPr>
          <p:cNvPr id="16" name="frame-10-attached-runtime-and-delivery-provenance.jpg">
            <a:extLst xmlns:a="http://schemas.openxmlformats.org/drawingml/2006/main">
              <a:ext uri="{FF2B5EF4-FFF2-40B4-BE49-F238E27FC236}">
                <a16:creationId xmlns:a16="http://schemas.microsoft.com/office/drawing/2014/main" id="{DAD9D217-E237-4B11-A790-47E18C71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e06f85bc14da9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EFFDED8A-0C6C-418B-821A-266310A2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BB351A0D-8101-4992-9C02-344C33CA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850-310">
            <a:extLst xmlns:a="http://schemas.openxmlformats.org/drawingml/2006/main">
              <a:ext uri="{FF2B5EF4-FFF2-40B4-BE49-F238E27FC236}">
                <a16:creationId xmlns:a16="http://schemas.microsoft.com/office/drawing/2014/main" id="{CC4FE972-1D56-42F8-8B04-0536AE4A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50-310">
            <a:extLst xmlns:a="http://schemas.openxmlformats.org/drawingml/2006/main">
              <a:ext uri="{FF2B5EF4-FFF2-40B4-BE49-F238E27FC236}">
                <a16:creationId xmlns:a16="http://schemas.microsoft.com/office/drawing/2014/main" id="{3C56AEDC-FE8D-4642-A224-2949FD0F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800-520">
            <a:extLst xmlns:a="http://schemas.openxmlformats.org/drawingml/2006/main">
              <a:ext uri="{FF2B5EF4-FFF2-40B4-BE49-F238E27FC236}">
                <a16:creationId xmlns:a16="http://schemas.microsoft.com/office/drawing/2014/main" id="{1D5D2A72-6650-48CB-B9B2-3122DB92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19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800-520">
            <a:extLst xmlns:a="http://schemas.openxmlformats.org/drawingml/2006/main">
              <a:ext uri="{FF2B5EF4-FFF2-40B4-BE49-F238E27FC236}">
                <a16:creationId xmlns:a16="http://schemas.microsoft.com/office/drawing/2014/main" id="{5A02A23F-4731-4F04-A2DC-C5C8B37A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76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29-600">
            <a:extLst xmlns:a="http://schemas.openxmlformats.org/drawingml/2006/main">
              <a:ext uri="{FF2B5EF4-FFF2-40B4-BE49-F238E27FC236}">
                <a16:creationId xmlns:a16="http://schemas.microsoft.com/office/drawing/2014/main" id="{B837E672-5A72-4309-AD6A-AC420E65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581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29-600">
            <a:extLst xmlns:a="http://schemas.openxmlformats.org/drawingml/2006/main">
              <a:ext uri="{FF2B5EF4-FFF2-40B4-BE49-F238E27FC236}">
                <a16:creationId xmlns:a16="http://schemas.microsoft.com/office/drawing/2014/main" id="{E8F8D452-3CD7-4636-89E1-08968673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638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41774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4">
            <a:extLst xmlns:a="http://schemas.openxmlformats.org/drawingml/2006/main">
              <a:ext uri="{FF2B5EF4-FFF2-40B4-BE49-F238E27FC236}">
                <a16:creationId xmlns:a16="http://schemas.microsoft.com/office/drawing/2014/main" id="{11D73BC9-6F46-495D-A1D2-0E5E42A4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SESSION EVENT RESULT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7808DF2F-404E-4857-A889-267C2054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One event can show every delivery</a:t>
            </a:r>
          </a:p>
        </p:txBody>
      </p:sp>
      <p:sp>
        <p:nvSpPr>
          <p:cNvPr id="3" name="number-14">
            <a:extLst xmlns:a="http://schemas.openxmlformats.org/drawingml/2006/main">
              <a:ext uri="{FF2B5EF4-FFF2-40B4-BE49-F238E27FC236}">
                <a16:creationId xmlns:a16="http://schemas.microsoft.com/office/drawing/2014/main" id="{315A53C8-598A-4727-A349-8C9D0554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563BB335-8E28-4AEE-BE26-304A1653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9D6F3531-0520-4731-8277-C163B553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6068FCEF-D6AA-43C9-B9DD-7946432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Event result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72223A7D-1579-4E94-8A51-6AE5BF1A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the event definition, trigger, and prompt source.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341BFBA7-3FD0-440F-AE29-9DFD9890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BBC92A20-DE0A-4BF8-BC56-1A407201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CB1CE434-B7BD-43C7-B65D-4358100A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Resolved Sessions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236128F4-7C7C-4FB8-9CBC-9E07E0E4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every Session selected by the target rules.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404B7480-7000-48BF-8F29-CD4CE2BC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032630C1-DBD7-4F23-A2F5-7E18A9AF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8852D452-140C-40F7-9B5F-7C7D23F9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Delivery details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4DC2C4F9-53D5-466B-8798-5BB49FA0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Each delivery keeps its target, status, and prompt contribution.</a:t>
            </a:r>
          </a:p>
        </p:txBody>
      </p:sp>
      <p:sp>
        <p:nvSpPr>
          <p:cNvPr id="16" name="frame-13-event-result-and-delivery-details.png">
            <a:extLst xmlns:a="http://schemas.openxmlformats.org/drawingml/2006/main">
              <a:ext uri="{FF2B5EF4-FFF2-40B4-BE49-F238E27FC236}">
                <a16:creationId xmlns:a16="http://schemas.microsoft.com/office/drawing/2014/main" id="{E520AA50-9FAA-4100-B5A2-337A6029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63b89dd454fca"/>
          <a:stretch xmlns:a="http://schemas.openxmlformats.org/drawingml/2006/main"/>
        </p:blipFill>
        <p:spPr>
          <a:xfrm xmlns:a="http://schemas.openxmlformats.org/drawingml/2006/main">
            <a:off x="4391025" y="1257300"/>
            <a:ext cx="731520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D399EEE3-4065-4312-8242-EF25C80C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23253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515D30D6-F61A-4EFE-A994-E22F4899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104203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COMPONENT FIXTURE</a:t>
            </a:r>
          </a:p>
        </p:txBody>
      </p:sp>
      <p:sp>
        <p:nvSpPr>
          <p:cNvPr id="20" name="marker-1-780-195">
            <a:extLst xmlns:a="http://schemas.openxmlformats.org/drawingml/2006/main">
              <a:ext uri="{FF2B5EF4-FFF2-40B4-BE49-F238E27FC236}">
                <a16:creationId xmlns:a16="http://schemas.microsoft.com/office/drawing/2014/main" id="{B9130416-CFB6-4971-98F7-776CDEA9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24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780-195">
            <a:extLst xmlns:a="http://schemas.openxmlformats.org/drawingml/2006/main">
              <a:ext uri="{FF2B5EF4-FFF2-40B4-BE49-F238E27FC236}">
                <a16:creationId xmlns:a16="http://schemas.microsoft.com/office/drawing/2014/main" id="{9F777BD7-2883-4A68-993B-50A6F5A4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811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60-225">
            <a:extLst xmlns:a="http://schemas.openxmlformats.org/drawingml/2006/main">
              <a:ext uri="{FF2B5EF4-FFF2-40B4-BE49-F238E27FC236}">
                <a16:creationId xmlns:a16="http://schemas.microsoft.com/office/drawing/2014/main" id="{2B99A797-461F-4092-8A4F-09EB4F39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60-225">
            <a:extLst xmlns:a="http://schemas.openxmlformats.org/drawingml/2006/main">
              <a:ext uri="{FF2B5EF4-FFF2-40B4-BE49-F238E27FC236}">
                <a16:creationId xmlns:a16="http://schemas.microsoft.com/office/drawing/2014/main" id="{F08E9E58-4B19-49A7-9400-4DF81FBD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66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850-380">
            <a:extLst xmlns:a="http://schemas.openxmlformats.org/drawingml/2006/main">
              <a:ext uri="{FF2B5EF4-FFF2-40B4-BE49-F238E27FC236}">
                <a16:creationId xmlns:a16="http://schemas.microsoft.com/office/drawing/2014/main" id="{E0928E5A-FAC3-4E07-9B88-E114D4C3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850-380">
            <a:extLst xmlns:a="http://schemas.openxmlformats.org/drawingml/2006/main">
              <a:ext uri="{FF2B5EF4-FFF2-40B4-BE49-F238E27FC236}">
                <a16:creationId xmlns:a16="http://schemas.microsoft.com/office/drawing/2014/main" id="{456FBD8F-57C7-47D7-BC45-7E230F90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75868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5">
            <a:extLst xmlns:a="http://schemas.openxmlformats.org/drawingml/2006/main">
              <a:ext uri="{FF2B5EF4-FFF2-40B4-BE49-F238E27FC236}">
                <a16:creationId xmlns:a16="http://schemas.microsoft.com/office/drawing/2014/main" id="{98F5C235-2895-42AD-9EE9-98354666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IDENTITY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83D039A4-3702-41F8-8832-4FC27A6C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Agent Identity uses initials, color, and shape</a:t>
            </a:r>
          </a:p>
        </p:txBody>
      </p:sp>
      <p:sp>
        <p:nvSpPr>
          <p:cNvPr id="3" name="number-15">
            <a:extLst xmlns:a="http://schemas.openxmlformats.org/drawingml/2006/main">
              <a:ext uri="{FF2B5EF4-FFF2-40B4-BE49-F238E27FC236}">
                <a16:creationId xmlns:a16="http://schemas.microsoft.com/office/drawing/2014/main" id="{5ACE61AF-A267-44A1-8802-736C1A30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FE99FD0E-9968-4635-98D6-3CAB4445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14573BD5-10E4-4499-8683-5C73C52A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2BDAE327-8827-40AB-A6C1-BE74244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Initials badge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6E6D878C-21C0-48FD-AACF-DF5EF836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Agent name is reduced to initials inside the chosen shape.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3811EC17-47E1-4F01-AFBB-F6BF6898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B8B8D9E0-BCC1-4DFF-A158-C4F7E67A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21652FA0-0F68-4945-9BD6-ADF70A80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Color picker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4EB5225A-A8BF-4638-AEB3-4178B5A7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Pick one color and see its hex value.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B05566F6-268F-4FB0-B82E-E8F8A357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EFAC9D21-0B3C-4C79-990C-0309A3FB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6DB4EDC2-7327-4F47-BA4A-04E50421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Three shapes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325416F3-C403-44E7-9165-BD270B11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Choose a circle, square, or hexagon.</a:t>
            </a:r>
          </a:p>
        </p:txBody>
      </p:sp>
      <p:sp>
        <p:nvSpPr>
          <p:cNvPr id="16" name="frame-14-agent-identity-color-and-shape.png">
            <a:extLst xmlns:a="http://schemas.openxmlformats.org/drawingml/2006/main">
              <a:ext uri="{FF2B5EF4-FFF2-40B4-BE49-F238E27FC236}">
                <a16:creationId xmlns:a16="http://schemas.microsoft.com/office/drawing/2014/main" id="{C65ED0AA-51EE-4B5A-A2C2-1F63C6EA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c25e7db604001"/>
          <a:stretch xmlns:a="http://schemas.openxmlformats.org/drawingml/2006/main"/>
        </p:blipFill>
        <p:spPr>
          <a:xfrm xmlns:a="http://schemas.openxmlformats.org/drawingml/2006/main">
            <a:off x="4391025" y="1257300"/>
            <a:ext cx="731520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769412EF-3541-47E5-A43E-622806A1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23253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F7021539-C940-4F3E-BDA4-44E70B30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104203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COMPONENT FIXTURE</a:t>
            </a:r>
          </a:p>
        </p:txBody>
      </p:sp>
      <p:sp>
        <p:nvSpPr>
          <p:cNvPr id="20" name="marker-1-717-314">
            <a:extLst xmlns:a="http://schemas.openxmlformats.org/drawingml/2006/main">
              <a:ext uri="{FF2B5EF4-FFF2-40B4-BE49-F238E27FC236}">
                <a16:creationId xmlns:a16="http://schemas.microsoft.com/office/drawing/2014/main" id="{F59D53AC-D043-465C-914E-D899402D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57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717-314">
            <a:extLst xmlns:a="http://schemas.openxmlformats.org/drawingml/2006/main">
              <a:ext uri="{FF2B5EF4-FFF2-40B4-BE49-F238E27FC236}">
                <a16:creationId xmlns:a16="http://schemas.microsoft.com/office/drawing/2014/main" id="{77B309AA-F2C0-4CD8-96BD-D0BB5E5F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14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715-419">
            <a:extLst xmlns:a="http://schemas.openxmlformats.org/drawingml/2006/main">
              <a:ext uri="{FF2B5EF4-FFF2-40B4-BE49-F238E27FC236}">
                <a16:creationId xmlns:a16="http://schemas.microsoft.com/office/drawing/2014/main" id="{2D8EBBF5-4306-4510-B0E3-AFDAC229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57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715-419">
            <a:extLst xmlns:a="http://schemas.openxmlformats.org/drawingml/2006/main">
              <a:ext uri="{FF2B5EF4-FFF2-40B4-BE49-F238E27FC236}">
                <a16:creationId xmlns:a16="http://schemas.microsoft.com/office/drawing/2014/main" id="{EB8BFA26-6DA2-493D-85D8-E8ECDDC4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9147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893-467">
            <a:extLst xmlns:a="http://schemas.openxmlformats.org/drawingml/2006/main">
              <a:ext uri="{FF2B5EF4-FFF2-40B4-BE49-F238E27FC236}">
                <a16:creationId xmlns:a16="http://schemas.microsoft.com/office/drawing/2014/main" id="{ADE0899C-8DAE-4023-8A17-F1DF07E2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893-467">
            <a:extLst xmlns:a="http://schemas.openxmlformats.org/drawingml/2006/main">
              <a:ext uri="{FF2B5EF4-FFF2-40B4-BE49-F238E27FC236}">
                <a16:creationId xmlns:a16="http://schemas.microsoft.com/office/drawing/2014/main" id="{09276F7D-1CBF-4CD8-882D-5B7B67D9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719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18907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6">
            <a:extLst xmlns:a="http://schemas.openxmlformats.org/drawingml/2006/main">
              <a:ext uri="{FF2B5EF4-FFF2-40B4-BE49-F238E27FC236}">
                <a16:creationId xmlns:a16="http://schemas.microsoft.com/office/drawing/2014/main" id="{6251EB64-415A-4C4A-B532-54D96FBE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SESSION EVENT CONTROL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63061C0B-00AC-4205-9E1C-92F7EEFB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An MCP call can start a Session Event</a:t>
            </a:r>
          </a:p>
        </p:txBody>
      </p:sp>
      <p:sp>
        <p:nvSpPr>
          <p:cNvPr id="3" name="number-16">
            <a:extLst xmlns:a="http://schemas.openxmlformats.org/drawingml/2006/main">
              <a:ext uri="{FF2B5EF4-FFF2-40B4-BE49-F238E27FC236}">
                <a16:creationId xmlns:a16="http://schemas.microsoft.com/office/drawing/2014/main" id="{B4B110F2-A26B-466A-9C1F-3570E3FC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AFC83498-096D-48C5-A913-8889EEEA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5BE76127-89A7-4BCE-8BDF-81784303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DC130A68-318F-4E97-B0E7-B372EE53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Trigger type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3BC07386-0CA6-4E77-9A9A-1E80F9EA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MCP call is one of the built-in trigger choices.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1F399B1B-AB62-44FB-97AA-0F5EF380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C6548018-82BF-4C6E-B983-1C13F9D0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CB663A77-CEC5-40B9-B162-23221C74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MCP server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488EC2AA-0327-42C3-A4E0-1DE14FD7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server is stored as a typed reference.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E36C596F-680B-4DB2-B159-BEACE3C4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A7046BD2-5D76-4E47-8075-E2D63B85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51F03EF1-292E-4944-9C81-AF59BAC6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MCP tool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FB5362D8-E145-4B6D-8FC0-9E10C4FB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tool is stored as a separate typed reference.</a:t>
            </a:r>
          </a:p>
        </p:txBody>
      </p:sp>
      <p:sp>
        <p:nvSpPr>
          <p:cNvPr id="16" name="frame-15-mcp-trigger-controls.png">
            <a:extLst xmlns:a="http://schemas.openxmlformats.org/drawingml/2006/main">
              <a:ext uri="{FF2B5EF4-FFF2-40B4-BE49-F238E27FC236}">
                <a16:creationId xmlns:a16="http://schemas.microsoft.com/office/drawing/2014/main" id="{DFDDEE5C-3945-4A2E-B5F5-61B1E30E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ae4446e2e4956"/>
          <a:stretch xmlns:a="http://schemas.openxmlformats.org/drawingml/2006/main"/>
        </p:blipFill>
        <p:spPr>
          <a:xfrm xmlns:a="http://schemas.openxmlformats.org/drawingml/2006/main">
            <a:off x="4391025" y="1257300"/>
            <a:ext cx="731520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59715DD6-528E-4D89-B0BB-D7031473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23253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CF40A55C-4060-4E78-A5D6-035D2B54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104203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COMPONENT FIXTURE</a:t>
            </a:r>
          </a:p>
        </p:txBody>
      </p:sp>
      <p:sp>
        <p:nvSpPr>
          <p:cNvPr id="20" name="marker-1-1151-242">
            <a:extLst xmlns:a="http://schemas.openxmlformats.org/drawingml/2006/main">
              <a:ext uri="{FF2B5EF4-FFF2-40B4-BE49-F238E27FC236}">
                <a16:creationId xmlns:a16="http://schemas.microsoft.com/office/drawing/2014/main" id="{1ED27241-7437-4D35-9817-4A8332CD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171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1151-242">
            <a:extLst xmlns:a="http://schemas.openxmlformats.org/drawingml/2006/main">
              <a:ext uri="{FF2B5EF4-FFF2-40B4-BE49-F238E27FC236}">
                <a16:creationId xmlns:a16="http://schemas.microsoft.com/office/drawing/2014/main" id="{6C4635B0-6240-4E08-BD07-9F86D3C4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2288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641-306">
            <a:extLst xmlns:a="http://schemas.openxmlformats.org/drawingml/2006/main">
              <a:ext uri="{FF2B5EF4-FFF2-40B4-BE49-F238E27FC236}">
                <a16:creationId xmlns:a16="http://schemas.microsoft.com/office/drawing/2014/main" id="{F9434F91-E3A5-42C2-9952-5825AE10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81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641-306">
            <a:extLst xmlns:a="http://schemas.openxmlformats.org/drawingml/2006/main">
              <a:ext uri="{FF2B5EF4-FFF2-40B4-BE49-F238E27FC236}">
                <a16:creationId xmlns:a16="http://schemas.microsoft.com/office/drawing/2014/main" id="{EF0D3B7C-7E9C-4BF0-A578-DF9120A7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384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01-306">
            <a:extLst xmlns:a="http://schemas.openxmlformats.org/drawingml/2006/main">
              <a:ext uri="{FF2B5EF4-FFF2-40B4-BE49-F238E27FC236}">
                <a16:creationId xmlns:a16="http://schemas.microsoft.com/office/drawing/2014/main" id="{846E515F-62A9-4579-807A-74805AA4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81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01-306">
            <a:extLst xmlns:a="http://schemas.openxmlformats.org/drawingml/2006/main">
              <a:ext uri="{FF2B5EF4-FFF2-40B4-BE49-F238E27FC236}">
                <a16:creationId xmlns:a16="http://schemas.microsoft.com/office/drawing/2014/main" id="{5F076C0B-AF73-44D8-83D5-3261A92A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384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153230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-17">
            <a:extLst xmlns:a="http://schemas.openxmlformats.org/drawingml/2006/main">
              <a:ext uri="{FF2B5EF4-FFF2-40B4-BE49-F238E27FC236}">
                <a16:creationId xmlns:a16="http://schemas.microsoft.com/office/drawing/2014/main" id="{9B2A9ABF-BE68-4980-BCD6-B01E0A21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SESSION EVENT CONTROL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9827AB35-8BCD-43DC-83D2-2D066A2F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Session lookup can use its recorded creator</a:t>
            </a:r>
          </a:p>
        </p:txBody>
      </p:sp>
      <p:sp>
        <p:nvSpPr>
          <p:cNvPr id="3" name="number-17">
            <a:extLst xmlns:a="http://schemas.openxmlformats.org/drawingml/2006/main">
              <a:ext uri="{FF2B5EF4-FFF2-40B4-BE49-F238E27FC236}">
                <a16:creationId xmlns:a16="http://schemas.microsoft.com/office/drawing/2014/main" id="{E7744317-0853-4731-8E4A-CFD4F0D9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callout-circle-1-122">
            <a:extLst xmlns:a="http://schemas.openxmlformats.org/drawingml/2006/main">
              <a:ext uri="{FF2B5EF4-FFF2-40B4-BE49-F238E27FC236}">
                <a16:creationId xmlns:a16="http://schemas.microsoft.com/office/drawing/2014/main" id="{663EA300-3853-4795-9EE8-FDBEBC2B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22">
            <a:extLst xmlns:a="http://schemas.openxmlformats.org/drawingml/2006/main">
              <a:ext uri="{FF2B5EF4-FFF2-40B4-BE49-F238E27FC236}">
                <a16:creationId xmlns:a16="http://schemas.microsoft.com/office/drawing/2014/main" id="{2E4A9657-C735-4EF8-85B1-052B4180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22">
            <a:extLst xmlns:a="http://schemas.openxmlformats.org/drawingml/2006/main">
              <a:ext uri="{FF2B5EF4-FFF2-40B4-BE49-F238E27FC236}">
                <a16:creationId xmlns:a16="http://schemas.microsoft.com/office/drawing/2014/main" id="{4DBF4EFF-EA5A-4DD5-B3AE-6725C45A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Match rules</a:t>
            </a:r>
          </a:p>
        </p:txBody>
      </p:sp>
      <p:sp>
        <p:nvSpPr>
          <p:cNvPr id="7" name="callout-body-1-122">
            <a:extLst xmlns:a="http://schemas.openxmlformats.org/drawingml/2006/main">
              <a:ext uri="{FF2B5EF4-FFF2-40B4-BE49-F238E27FC236}">
                <a16:creationId xmlns:a16="http://schemas.microsoft.com/office/drawing/2014/main" id="{BF381EF9-14D6-4CE7-B652-2057426E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Choose all or first, order, and running state.</a:t>
            </a:r>
          </a:p>
        </p:txBody>
      </p:sp>
      <p:sp>
        <p:nvSpPr>
          <p:cNvPr id="8" name="callout-circle-2-206">
            <a:extLst xmlns:a="http://schemas.openxmlformats.org/drawingml/2006/main">
              <a:ext uri="{FF2B5EF4-FFF2-40B4-BE49-F238E27FC236}">
                <a16:creationId xmlns:a16="http://schemas.microsoft.com/office/drawing/2014/main" id="{D51543F8-EE15-44CA-894C-E8F43F66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06">
            <a:extLst xmlns:a="http://schemas.openxmlformats.org/drawingml/2006/main">
              <a:ext uri="{FF2B5EF4-FFF2-40B4-BE49-F238E27FC236}">
                <a16:creationId xmlns:a16="http://schemas.microsoft.com/office/drawing/2014/main" id="{0FB33643-22F6-40D8-B807-D8ED60F4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06">
            <a:extLst xmlns:a="http://schemas.openxmlformats.org/drawingml/2006/main">
              <a:ext uri="{FF2B5EF4-FFF2-40B4-BE49-F238E27FC236}">
                <a16:creationId xmlns:a16="http://schemas.microsoft.com/office/drawing/2014/main" id="{0EC43313-65E4-4ECD-A4D3-9E1E84B2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Logical address</a:t>
            </a:r>
          </a:p>
        </p:txBody>
      </p:sp>
      <p:sp>
        <p:nvSpPr>
          <p:cNvPr id="11" name="callout-body-2-206">
            <a:extLst xmlns:a="http://schemas.openxmlformats.org/drawingml/2006/main">
              <a:ext uri="{FF2B5EF4-FFF2-40B4-BE49-F238E27FC236}">
                <a16:creationId xmlns:a16="http://schemas.microsoft.com/office/drawing/2014/main" id="{2723FEC0-C35F-426A-B875-95D4453E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scope and node identity describe which Sessions may match.</a:t>
            </a:r>
          </a:p>
        </p:txBody>
      </p:sp>
      <p:sp>
        <p:nvSpPr>
          <p:cNvPr id="12" name="callout-circle-3-298">
            <a:extLst xmlns:a="http://schemas.openxmlformats.org/drawingml/2006/main">
              <a:ext uri="{FF2B5EF4-FFF2-40B4-BE49-F238E27FC236}">
                <a16:creationId xmlns:a16="http://schemas.microsoft.com/office/drawing/2014/main" id="{BA8E4932-C9F7-4334-A436-073A9004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298">
            <a:extLst xmlns:a="http://schemas.openxmlformats.org/drawingml/2006/main">
              <a:ext uri="{FF2B5EF4-FFF2-40B4-BE49-F238E27FC236}">
                <a16:creationId xmlns:a16="http://schemas.microsoft.com/office/drawing/2014/main" id="{80CD400B-D51E-4273-99F3-E6E362C8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298">
            <a:extLst xmlns:a="http://schemas.openxmlformats.org/drawingml/2006/main">
              <a:ext uri="{FF2B5EF4-FFF2-40B4-BE49-F238E27FC236}">
                <a16:creationId xmlns:a16="http://schemas.microsoft.com/office/drawing/2014/main" id="{7625D661-B310-4FDD-8A21-E816365E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Created-by filter</a:t>
            </a:r>
          </a:p>
        </p:txBody>
      </p:sp>
      <p:sp>
        <p:nvSpPr>
          <p:cNvPr id="15" name="callout-body-3-298">
            <a:extLst xmlns:a="http://schemas.openxmlformats.org/drawingml/2006/main">
              <a:ext uri="{FF2B5EF4-FFF2-40B4-BE49-F238E27FC236}">
                <a16:creationId xmlns:a16="http://schemas.microsoft.com/office/drawing/2014/main" id="{0BB7F4D5-3332-4708-A1B3-119D2E9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Limit matches to Sessions made by a recorded event or Session.</a:t>
            </a:r>
          </a:p>
        </p:txBody>
      </p:sp>
      <p:sp>
        <p:nvSpPr>
          <p:cNvPr id="16" name="callout-circle-4-390">
            <a:extLst xmlns:a="http://schemas.openxmlformats.org/drawingml/2006/main">
              <a:ext uri="{FF2B5EF4-FFF2-40B4-BE49-F238E27FC236}">
                <a16:creationId xmlns:a16="http://schemas.microsoft.com/office/drawing/2014/main" id="{06AA070E-6DC6-45FA-B806-F6E12859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7" name="callout-number-4-390">
            <a:extLst xmlns:a="http://schemas.openxmlformats.org/drawingml/2006/main">
              <a:ext uri="{FF2B5EF4-FFF2-40B4-BE49-F238E27FC236}">
                <a16:creationId xmlns:a16="http://schemas.microsoft.com/office/drawing/2014/main" id="{D3F97317-2BB8-49AB-BF15-D0732B82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callout-title-4-390">
            <a:extLst xmlns:a="http://schemas.openxmlformats.org/drawingml/2006/main">
              <a:ext uri="{FF2B5EF4-FFF2-40B4-BE49-F238E27FC236}">
                <a16:creationId xmlns:a16="http://schemas.microsoft.com/office/drawing/2014/main" id="{EC17CE74-6850-4055-9A22-6C55FD0E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 match</a:t>
            </a:r>
          </a:p>
        </p:txBody>
      </p:sp>
      <p:sp>
        <p:nvSpPr>
          <p:cNvPr id="19" name="callout-body-4-390">
            <a:extLst xmlns:a="http://schemas.openxmlformats.org/drawingml/2006/main">
              <a:ext uri="{FF2B5EF4-FFF2-40B4-BE49-F238E27FC236}">
                <a16:creationId xmlns:a16="http://schemas.microsoft.com/office/drawing/2014/main" id="{68CE6C7A-746D-4714-9D99-BFAEB17A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Create a Session, fail, or do nothing.</a:t>
            </a:r>
          </a:p>
        </p:txBody>
      </p:sp>
      <p:sp>
        <p:nvSpPr>
          <p:cNvPr id="20" name="frame-16-created-by-session-filter.png">
            <a:extLst xmlns:a="http://schemas.openxmlformats.org/drawingml/2006/main">
              <a:ext uri="{FF2B5EF4-FFF2-40B4-BE49-F238E27FC236}">
                <a16:creationId xmlns:a16="http://schemas.microsoft.com/office/drawing/2014/main" id="{4E3F9CAA-1F0D-4114-8C9F-A7E9969D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2db1eebfb4240"/>
          <a:stretch xmlns:a="http://schemas.openxmlformats.org/drawingml/2006/main"/>
        </p:blipFill>
        <p:spPr>
          <a:xfrm xmlns:a="http://schemas.openxmlformats.org/drawingml/2006/main">
            <a:off x="4869729" y="1257300"/>
            <a:ext cx="6357791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2" name="label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79E8CC0C-A181-412D-96CB-D9793F05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23253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23" name="label-text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4749C95B-B566-4C16-B6C8-57566F95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104203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COMPONENT FIXTURE</a:t>
            </a:r>
          </a:p>
        </p:txBody>
      </p:sp>
      <p:sp>
        <p:nvSpPr>
          <p:cNvPr id="24" name="marker-1-980-241">
            <a:extLst xmlns:a="http://schemas.openxmlformats.org/drawingml/2006/main">
              <a:ext uri="{FF2B5EF4-FFF2-40B4-BE49-F238E27FC236}">
                <a16:creationId xmlns:a16="http://schemas.microsoft.com/office/drawing/2014/main" id="{353540C1-687D-458F-840C-C15728FD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62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1-980-241">
            <a:extLst xmlns:a="http://schemas.openxmlformats.org/drawingml/2006/main">
              <a:ext uri="{FF2B5EF4-FFF2-40B4-BE49-F238E27FC236}">
                <a16:creationId xmlns:a16="http://schemas.microsoft.com/office/drawing/2014/main" id="{355A0901-235B-4E2A-BD41-27DDEED6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193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marker-2-824-351">
            <a:extLst xmlns:a="http://schemas.openxmlformats.org/drawingml/2006/main">
              <a:ext uri="{FF2B5EF4-FFF2-40B4-BE49-F238E27FC236}">
                <a16:creationId xmlns:a16="http://schemas.microsoft.com/office/drawing/2014/main" id="{AD22C652-503A-4D5F-82D8-6D773AEB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9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marker-number-2-824-351">
            <a:extLst xmlns:a="http://schemas.openxmlformats.org/drawingml/2006/main">
              <a:ext uri="{FF2B5EF4-FFF2-40B4-BE49-F238E27FC236}">
                <a16:creationId xmlns:a16="http://schemas.microsoft.com/office/drawing/2014/main" id="{C7B43673-5C9A-42BE-8C61-04DA3822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67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marker-3-814-471">
            <a:extLst xmlns:a="http://schemas.openxmlformats.org/drawingml/2006/main">
              <a:ext uri="{FF2B5EF4-FFF2-40B4-BE49-F238E27FC236}">
                <a16:creationId xmlns:a16="http://schemas.microsoft.com/office/drawing/2014/main" id="{1BB242BF-8FB4-4E90-A0D4-BF0B5C5B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52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marker-number-3-814-471">
            <a:extLst xmlns:a="http://schemas.openxmlformats.org/drawingml/2006/main">
              <a:ext uri="{FF2B5EF4-FFF2-40B4-BE49-F238E27FC236}">
                <a16:creationId xmlns:a16="http://schemas.microsoft.com/office/drawing/2014/main" id="{0C7F8663-34A4-49AE-9C4B-0D680DB6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10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marker-4-824-601">
            <a:extLst xmlns:a="http://schemas.openxmlformats.org/drawingml/2006/main">
              <a:ext uri="{FF2B5EF4-FFF2-40B4-BE49-F238E27FC236}">
                <a16:creationId xmlns:a16="http://schemas.microsoft.com/office/drawing/2014/main" id="{E24A57CF-546A-4DAE-9909-39E7E12C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91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marker-number-4-824-601">
            <a:extLst xmlns:a="http://schemas.openxmlformats.org/drawingml/2006/main">
              <a:ext uri="{FF2B5EF4-FFF2-40B4-BE49-F238E27FC236}">
                <a16:creationId xmlns:a16="http://schemas.microsoft.com/office/drawing/2014/main" id="{DFFC4351-BFF2-4F87-B8FA-BE270FAA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483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30397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-18">
            <a:extLst xmlns:a="http://schemas.openxmlformats.org/drawingml/2006/main">
              <a:ext uri="{FF2B5EF4-FFF2-40B4-BE49-F238E27FC236}">
                <a16:creationId xmlns:a16="http://schemas.microsoft.com/office/drawing/2014/main" id="{C91832CB-93E1-4AD1-9C83-D9DB53FF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SESSION EVENT CONTROL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A5C1DD98-4BE5-44B6-A27B-88D5EA5B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Prompt parts stay ordered and editable</a:t>
            </a:r>
          </a:p>
        </p:txBody>
      </p:sp>
      <p:sp>
        <p:nvSpPr>
          <p:cNvPr id="3" name="number-18">
            <a:extLst xmlns:a="http://schemas.openxmlformats.org/drawingml/2006/main">
              <a:ext uri="{FF2B5EF4-FFF2-40B4-BE49-F238E27FC236}">
                <a16:creationId xmlns:a16="http://schemas.microsoft.com/office/drawing/2014/main" id="{28BB7E8B-9FE4-42AA-A811-229AD3F4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callout-circle-1-122">
            <a:extLst xmlns:a="http://schemas.openxmlformats.org/drawingml/2006/main">
              <a:ext uri="{FF2B5EF4-FFF2-40B4-BE49-F238E27FC236}">
                <a16:creationId xmlns:a16="http://schemas.microsoft.com/office/drawing/2014/main" id="{E56134D3-E365-49E7-B68D-842B05C6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22">
            <a:extLst xmlns:a="http://schemas.openxmlformats.org/drawingml/2006/main">
              <a:ext uri="{FF2B5EF4-FFF2-40B4-BE49-F238E27FC236}">
                <a16:creationId xmlns:a16="http://schemas.microsoft.com/office/drawing/2014/main" id="{857CB02D-C31F-4355-A0B7-AC736322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22">
            <a:extLst xmlns:a="http://schemas.openxmlformats.org/drawingml/2006/main">
              <a:ext uri="{FF2B5EF4-FFF2-40B4-BE49-F238E27FC236}">
                <a16:creationId xmlns:a16="http://schemas.microsoft.com/office/drawing/2014/main" id="{E07E3A8D-0BF0-40C2-A869-F4B3231F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Source and value</a:t>
            </a:r>
          </a:p>
        </p:txBody>
      </p:sp>
      <p:sp>
        <p:nvSpPr>
          <p:cNvPr id="7" name="callout-body-1-122">
            <a:extLst xmlns:a="http://schemas.openxmlformats.org/drawingml/2006/main">
              <a:ext uri="{FF2B5EF4-FFF2-40B4-BE49-F238E27FC236}">
                <a16:creationId xmlns:a16="http://schemas.microsoft.com/office/drawing/2014/main" id="{E67EB462-E407-46C4-B832-4F447C7B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Each row names its source type and its value.</a:t>
            </a:r>
          </a:p>
        </p:txBody>
      </p:sp>
      <p:sp>
        <p:nvSpPr>
          <p:cNvPr id="8" name="callout-circle-2-206">
            <a:extLst xmlns:a="http://schemas.openxmlformats.org/drawingml/2006/main">
              <a:ext uri="{FF2B5EF4-FFF2-40B4-BE49-F238E27FC236}">
                <a16:creationId xmlns:a16="http://schemas.microsoft.com/office/drawing/2014/main" id="{199CD44E-B189-4DBB-9537-DAEEF25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06">
            <a:extLst xmlns:a="http://schemas.openxmlformats.org/drawingml/2006/main">
              <a:ext uri="{FF2B5EF4-FFF2-40B4-BE49-F238E27FC236}">
                <a16:creationId xmlns:a16="http://schemas.microsoft.com/office/drawing/2014/main" id="{C9C0154B-3C8B-4241-9FF3-F98FFDEC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06">
            <a:extLst xmlns:a="http://schemas.openxmlformats.org/drawingml/2006/main">
              <a:ext uri="{FF2B5EF4-FFF2-40B4-BE49-F238E27FC236}">
                <a16:creationId xmlns:a16="http://schemas.microsoft.com/office/drawing/2014/main" id="{3148EF31-EB46-40D1-89EA-FFE56796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Move or remove</a:t>
            </a:r>
          </a:p>
        </p:txBody>
      </p:sp>
      <p:sp>
        <p:nvSpPr>
          <p:cNvPr id="11" name="callout-body-2-206">
            <a:extLst xmlns:a="http://schemas.openxmlformats.org/drawingml/2006/main">
              <a:ext uri="{FF2B5EF4-FFF2-40B4-BE49-F238E27FC236}">
                <a16:creationId xmlns:a16="http://schemas.microsoft.com/office/drawing/2014/main" id="{31D5F45E-1037-4E4D-91D5-50B9287F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Arrow buttons change the order. The bin removes a row.</a:t>
            </a:r>
          </a:p>
        </p:txBody>
      </p:sp>
      <p:sp>
        <p:nvSpPr>
          <p:cNvPr id="12" name="callout-circle-3-298">
            <a:extLst xmlns:a="http://schemas.openxmlformats.org/drawingml/2006/main">
              <a:ext uri="{FF2B5EF4-FFF2-40B4-BE49-F238E27FC236}">
                <a16:creationId xmlns:a16="http://schemas.microsoft.com/office/drawing/2014/main" id="{670223B2-0992-4A6A-B370-9DBB3FE2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298">
            <a:extLst xmlns:a="http://schemas.openxmlformats.org/drawingml/2006/main">
              <a:ext uri="{FF2B5EF4-FFF2-40B4-BE49-F238E27FC236}">
                <a16:creationId xmlns:a16="http://schemas.microsoft.com/office/drawing/2014/main" id="{A6E6FD25-3753-4B91-9583-0617992D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298">
            <a:extLst xmlns:a="http://schemas.openxmlformats.org/drawingml/2006/main">
              <a:ext uri="{FF2B5EF4-FFF2-40B4-BE49-F238E27FC236}">
                <a16:creationId xmlns:a16="http://schemas.microsoft.com/office/drawing/2014/main" id="{BA9533F2-D2DB-4B09-B4EC-012B66F7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Different sources</a:t>
            </a:r>
          </a:p>
        </p:txBody>
      </p:sp>
      <p:sp>
        <p:nvSpPr>
          <p:cNvPr id="15" name="callout-body-3-298">
            <a:extLst xmlns:a="http://schemas.openxmlformats.org/drawingml/2006/main">
              <a:ext uri="{FF2B5EF4-FFF2-40B4-BE49-F238E27FC236}">
                <a16:creationId xmlns:a16="http://schemas.microsoft.com/office/drawing/2014/main" id="{3844BCDD-5485-4DB1-B39B-45DCB3C7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Fixed text, MCP values, and references can sit in one list.</a:t>
            </a:r>
          </a:p>
        </p:txBody>
      </p:sp>
      <p:sp>
        <p:nvSpPr>
          <p:cNvPr id="16" name="callout-circle-4-390">
            <a:extLst xmlns:a="http://schemas.openxmlformats.org/drawingml/2006/main">
              <a:ext uri="{FF2B5EF4-FFF2-40B4-BE49-F238E27FC236}">
                <a16:creationId xmlns:a16="http://schemas.microsoft.com/office/drawing/2014/main" id="{618A13E1-10E3-4D4A-BA94-093CB2B1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7" name="callout-number-4-390">
            <a:extLst xmlns:a="http://schemas.openxmlformats.org/drawingml/2006/main">
              <a:ext uri="{FF2B5EF4-FFF2-40B4-BE49-F238E27FC236}">
                <a16:creationId xmlns:a16="http://schemas.microsoft.com/office/drawing/2014/main" id="{6A89F00D-A167-409B-AF76-8CE9722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callout-title-4-390">
            <a:extLst xmlns:a="http://schemas.openxmlformats.org/drawingml/2006/main">
              <a:ext uri="{FF2B5EF4-FFF2-40B4-BE49-F238E27FC236}">
                <a16:creationId xmlns:a16="http://schemas.microsoft.com/office/drawing/2014/main" id="{ACFB2946-3583-4E58-B6AF-84B4486A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Add a source</a:t>
            </a:r>
          </a:p>
        </p:txBody>
      </p:sp>
      <p:sp>
        <p:nvSpPr>
          <p:cNvPr id="19" name="callout-body-4-390">
            <a:extLst xmlns:a="http://schemas.openxmlformats.org/drawingml/2006/main">
              <a:ext uri="{FF2B5EF4-FFF2-40B4-BE49-F238E27FC236}">
                <a16:creationId xmlns:a16="http://schemas.microsoft.com/office/drawing/2014/main" id="{3246C2A1-7A16-4814-9E62-25CD3988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Add another prompt part at the end.</a:t>
            </a:r>
          </a:p>
        </p:txBody>
      </p:sp>
      <p:sp>
        <p:nvSpPr>
          <p:cNvPr id="20" name="frame-17-full-prompt-source-controls.png">
            <a:extLst xmlns:a="http://schemas.openxmlformats.org/drawingml/2006/main">
              <a:ext uri="{FF2B5EF4-FFF2-40B4-BE49-F238E27FC236}">
                <a16:creationId xmlns:a16="http://schemas.microsoft.com/office/drawing/2014/main" id="{7A78DBBF-A884-4DD2-AA67-1ECB16C8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e309dcd3948fb"/>
          <a:stretch xmlns:a="http://schemas.openxmlformats.org/drawingml/2006/main"/>
        </p:blipFill>
        <p:spPr>
          <a:xfrm xmlns:a="http://schemas.openxmlformats.org/drawingml/2006/main">
            <a:off x="4840204" y="1257300"/>
            <a:ext cx="6416842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2" name="label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E6D85BC5-9915-437E-B507-4F4EDE12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23253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23" name="label-text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4A176BC0-9C9C-4259-A181-0D65F622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104203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COMPONENT FIXTURE</a:t>
            </a:r>
          </a:p>
        </p:txBody>
      </p:sp>
      <p:sp>
        <p:nvSpPr>
          <p:cNvPr id="24" name="marker-1-876-271">
            <a:extLst xmlns:a="http://schemas.openxmlformats.org/drawingml/2006/main">
              <a:ext uri="{FF2B5EF4-FFF2-40B4-BE49-F238E27FC236}">
                <a16:creationId xmlns:a16="http://schemas.microsoft.com/office/drawing/2014/main" id="{0A99BB51-0E65-4239-8D54-D556F2FB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47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1-876-271">
            <a:extLst xmlns:a="http://schemas.openxmlformats.org/drawingml/2006/main">
              <a:ext uri="{FF2B5EF4-FFF2-40B4-BE49-F238E27FC236}">
                <a16:creationId xmlns:a16="http://schemas.microsoft.com/office/drawing/2014/main" id="{A31D6D54-01E9-47DD-819F-717CC626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05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marker-2-1100-240">
            <a:extLst xmlns:a="http://schemas.openxmlformats.org/drawingml/2006/main">
              <a:ext uri="{FF2B5EF4-FFF2-40B4-BE49-F238E27FC236}">
                <a16:creationId xmlns:a16="http://schemas.microsoft.com/office/drawing/2014/main" id="{01FDD59A-A950-4A8D-9AD6-465FC36D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52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marker-number-2-1100-240">
            <a:extLst xmlns:a="http://schemas.openxmlformats.org/drawingml/2006/main">
              <a:ext uri="{FF2B5EF4-FFF2-40B4-BE49-F238E27FC236}">
                <a16:creationId xmlns:a16="http://schemas.microsoft.com/office/drawing/2014/main" id="{8B193B14-03EF-414F-83BF-48DC22C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09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marker-3-850-434">
            <a:extLst xmlns:a="http://schemas.openxmlformats.org/drawingml/2006/main">
              <a:ext uri="{FF2B5EF4-FFF2-40B4-BE49-F238E27FC236}">
                <a16:creationId xmlns:a16="http://schemas.microsoft.com/office/drawing/2014/main" id="{E51DCBD0-2CD1-4B17-AB91-A5147596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00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marker-number-3-850-434">
            <a:extLst xmlns:a="http://schemas.openxmlformats.org/drawingml/2006/main">
              <a:ext uri="{FF2B5EF4-FFF2-40B4-BE49-F238E27FC236}">
                <a16:creationId xmlns:a16="http://schemas.microsoft.com/office/drawing/2014/main" id="{238A57AD-55D2-467A-B739-5F45DE26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57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marker-4-597-600">
            <a:extLst xmlns:a="http://schemas.openxmlformats.org/drawingml/2006/main">
              <a:ext uri="{FF2B5EF4-FFF2-40B4-BE49-F238E27FC236}">
                <a16:creationId xmlns:a16="http://schemas.microsoft.com/office/drawing/2014/main" id="{3F51B3E6-36D2-4DFC-9CE4-C8840217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581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marker-number-4-597-600">
            <a:extLst xmlns:a="http://schemas.openxmlformats.org/drawingml/2006/main">
              <a:ext uri="{FF2B5EF4-FFF2-40B4-BE49-F238E27FC236}">
                <a16:creationId xmlns:a16="http://schemas.microsoft.com/office/drawing/2014/main" id="{E15CD57E-07C8-4CF8-BE5F-69008FBC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638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9891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2026-09-07T07:37:55.0580000Z</dcterms:created>
  <dcterms:modified xsi:type="dcterms:W3CDTF">2026-09-07T07:37:55.0580000Z</dcterms:modified>
</coreProperties>
</file>