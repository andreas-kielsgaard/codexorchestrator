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da518c4d84795" /><Relationship Type="http://schemas.openxmlformats.org/officeDocument/2006/relationships/extended-properties" Target="/docProps/app.xml" Id="R1b7b578255c74446" /><Relationship Type="http://schemas.openxmlformats.org/officeDocument/2006/relationships/officeDocument" Target="/ppt/presentation.xml" Id="R20d1354eb2ee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bcd5c3c57460a"/>
  </p:sldMasterIdLst>
  <p:notesMasterIdLst>
    <p:notesMasterId xmlns:r="http://schemas.openxmlformats.org/officeDocument/2006/relationships" r:id="R07e89d4893324434"/>
  </p:notesMasterIdLst>
  <p:sldIdLst>
    <p:sldId xmlns:r="http://schemas.openxmlformats.org/officeDocument/2006/relationships" id="256" r:id="Rbffb144e6f7c4774"/>
    <p:sldId xmlns:r="http://schemas.openxmlformats.org/officeDocument/2006/relationships" id="257" r:id="R859df57fa6364102"/>
    <p:sldId xmlns:r="http://schemas.openxmlformats.org/officeDocument/2006/relationships" id="258" r:id="R97550e59502f45ba"/>
    <p:sldId xmlns:r="http://schemas.openxmlformats.org/officeDocument/2006/relationships" id="259" r:id="R1d0ebb04ccf34ba2"/>
    <p:sldId xmlns:r="http://schemas.openxmlformats.org/officeDocument/2006/relationships" id="260" r:id="Rcbdd6c807a654553"/>
    <p:sldId xmlns:r="http://schemas.openxmlformats.org/officeDocument/2006/relationships" id="261" r:id="R86067e195ade4e28"/>
    <p:sldId xmlns:r="http://schemas.openxmlformats.org/officeDocument/2006/relationships" id="262" r:id="R8ee7ffc009fd4313"/>
    <p:sldId xmlns:r="http://schemas.openxmlformats.org/officeDocument/2006/relationships" id="263" r:id="Rba140114f9d54a0b"/>
    <p:sldId xmlns:r="http://schemas.openxmlformats.org/officeDocument/2006/relationships" id="264" r:id="R67d7340721c04c01"/>
    <p:sldId xmlns:r="http://schemas.openxmlformats.org/officeDocument/2006/relationships" id="265" r:id="Ra2be132df3d2470c"/>
    <p:sldId xmlns:r="http://schemas.openxmlformats.org/officeDocument/2006/relationships" id="266" r:id="R7059ab6b91b9458f"/>
    <p:sldId xmlns:r="http://schemas.openxmlformats.org/officeDocument/2006/relationships" id="267" r:id="Rf804447ea6a4435a"/>
    <p:sldId xmlns:r="http://schemas.openxmlformats.org/officeDocument/2006/relationships" id="268" r:id="Rac030a7f8d6f4aa4"/>
    <p:sldId xmlns:r="http://schemas.openxmlformats.org/officeDocument/2006/relationships" id="269" r:id="R2556a3494e16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93cb723cc644a2" /><Relationship Type="http://schemas.openxmlformats.org/officeDocument/2006/relationships/slideMaster" Target="/ppt/slideMasters/slideMaster1.xml" Id="R264bcd5c3c57460a" /><Relationship Type="http://schemas.openxmlformats.org/officeDocument/2006/relationships/notesMaster" Target="/ppt/notesMasters/notesMaster1.xml" Id="R07e89d4893324434" /><Relationship Type="http://schemas.openxmlformats.org/officeDocument/2006/relationships/presProps" Target="/ppt/presProps.xml" Id="R5fd52472f839468c" /><Relationship Type="http://schemas.openxmlformats.org/officeDocument/2006/relationships/tableStyles" Target="/ppt/tableStyles.xml" Id="Ref1c72024df94b7d" /><Relationship Type="http://schemas.openxmlformats.org/officeDocument/2006/relationships/slide" Target="/ppt/slides/slide1.xml" Id="Rbffb144e6f7c4774" /><Relationship Type="http://schemas.openxmlformats.org/officeDocument/2006/relationships/slide" Target="/ppt/slides/slide2.xml" Id="R859df57fa6364102" /><Relationship Type="http://schemas.openxmlformats.org/officeDocument/2006/relationships/slide" Target="/ppt/slides/slide3.xml" Id="R97550e59502f45ba" /><Relationship Type="http://schemas.openxmlformats.org/officeDocument/2006/relationships/slide" Target="/ppt/slides/slide4.xml" Id="R1d0ebb04ccf34ba2" /><Relationship Type="http://schemas.openxmlformats.org/officeDocument/2006/relationships/slide" Target="/ppt/slides/slide5.xml" Id="Rcbdd6c807a654553" /><Relationship Type="http://schemas.openxmlformats.org/officeDocument/2006/relationships/slide" Target="/ppt/slides/slide6.xml" Id="R86067e195ade4e28" /><Relationship Type="http://schemas.openxmlformats.org/officeDocument/2006/relationships/slide" Target="/ppt/slides/slide7.xml" Id="R8ee7ffc009fd4313" /><Relationship Type="http://schemas.openxmlformats.org/officeDocument/2006/relationships/slide" Target="/ppt/slides/slide8.xml" Id="Rba140114f9d54a0b" /><Relationship Type="http://schemas.openxmlformats.org/officeDocument/2006/relationships/slide" Target="/ppt/slides/slide9.xml" Id="R67d7340721c04c01" /><Relationship Type="http://schemas.openxmlformats.org/officeDocument/2006/relationships/slide" Target="/ppt/slides/slide10.xml" Id="Ra2be132df3d2470c" /><Relationship Type="http://schemas.openxmlformats.org/officeDocument/2006/relationships/slide" Target="/ppt/slides/slide11.xml" Id="R7059ab6b91b9458f" /><Relationship Type="http://schemas.openxmlformats.org/officeDocument/2006/relationships/slide" Target="/ppt/slides/slide12.xml" Id="Rf804447ea6a4435a" /><Relationship Type="http://schemas.openxmlformats.org/officeDocument/2006/relationships/slide" Target="/ppt/slides/slide13.xml" Id="Rac030a7f8d6f4aa4" /><Relationship Type="http://schemas.openxmlformats.org/officeDocument/2006/relationships/slide" Target="/ppt/slides/slide14.xml" Id="R2556a3494e16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452632c9b3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45ef2a797e4727" /><Relationship Type="http://schemas.openxmlformats.org/officeDocument/2006/relationships/notesMaster" Target="/ppt/notesMasters/notesMaster1.xml" Id="Rbc69ace9525b42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ee69ae8e44449f" /><Relationship Type="http://schemas.openxmlformats.org/officeDocument/2006/relationships/notesMaster" Target="/ppt/notesMasters/notesMaster1.xml" Id="R52d8e0b436d241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b1d1cda40404b" /><Relationship Type="http://schemas.openxmlformats.org/officeDocument/2006/relationships/notesMaster" Target="/ppt/notesMasters/notesMaster1.xml" Id="R942b8e33c4a74e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7e688867b74bbe" /><Relationship Type="http://schemas.openxmlformats.org/officeDocument/2006/relationships/notesMaster" Target="/ppt/notesMasters/notesMaster1.xml" Id="Rfe669e3eb0a34c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c1ab124cc404c" /><Relationship Type="http://schemas.openxmlformats.org/officeDocument/2006/relationships/notesMaster" Target="/ppt/notesMasters/notesMaster1.xml" Id="Rddc5aa099ed046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b8634f9c714075" /><Relationship Type="http://schemas.openxmlformats.org/officeDocument/2006/relationships/notesMaster" Target="/ppt/notesMasters/notesMaster1.xml" Id="R5995bc33076e4f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7e45fbc2154a3f" /><Relationship Type="http://schemas.openxmlformats.org/officeDocument/2006/relationships/notesMaster" Target="/ppt/notesMasters/notesMaster1.xml" Id="R8629154ca1714d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d8c20dad70453c" /><Relationship Type="http://schemas.openxmlformats.org/officeDocument/2006/relationships/notesMaster" Target="/ppt/notesMasters/notesMaster1.xml" Id="Rddefcda9f012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b908be379444ea" /><Relationship Type="http://schemas.openxmlformats.org/officeDocument/2006/relationships/notesMaster" Target="/ppt/notesMasters/notesMaster1.xml" Id="R1810848f3a0f47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bbd21ca0c04913" /><Relationship Type="http://schemas.openxmlformats.org/officeDocument/2006/relationships/notesMaster" Target="/ppt/notesMasters/notesMaster1.xml" Id="R1360a411888a41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5b7d0cc43d43db" /><Relationship Type="http://schemas.openxmlformats.org/officeDocument/2006/relationships/notesMaster" Target="/ppt/notesMasters/notesMaster1.xml" Id="R685ef29f6cd24b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38109b6abb4bb0" /><Relationship Type="http://schemas.openxmlformats.org/officeDocument/2006/relationships/notesMaster" Target="/ppt/notesMasters/notesMaster1.xml" Id="R06a2f1f6bb6041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8487efb9094d14" /><Relationship Type="http://schemas.openxmlformats.org/officeDocument/2006/relationships/notesMaster" Target="/ppt/notesMasters/notesMaster1.xml" Id="Rd6e04b91e2074c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e4e0b5d3ae4b52" /><Relationship Type="http://schemas.openxmlformats.org/officeDocument/2006/relationships/notesMaster" Target="/ppt/notesMasters/notesMaster1.xml" Id="Rb21c30b0c0ac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tour shows every changed screen in the current build. It also marks the two parts that need to be restored before the Workflow UI is acceptable.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Capability Profiles. The left side selects a profile. The right side edits its details and shows which native runtime it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01-capability-profile-overview.jpg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 narrows the choices already exposed by the selected runtime. It does not set up provider accounts or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02-capability-allowed-selections.jpg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profile form has clear save and delete actions. The saved revision is shown near the bottom of the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12-capability-profile-save-and-delete.png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current Workflow editor. It exposes the new node fields, but it wrongly replaced the old flow canvas with a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Nodes are not reusable objects in this build. Copy is the quick way to start from an existing node and then change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11-copy-node-configuration.png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node chooses a Capability Profile, then narrows it further. It also stores the first prompt and the identity shown in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04-node-restrictions-and-defaults.jpg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connection becomes a Session Event definition. The editor shows which nodes it connects, what starts it, and the order of prompt 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05-connection-trigger-and-prompt.jpg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connection form makes prompt assembly and Session lookup explicit. These values compile into the generic Session Event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06-connection-prompt-and-target.jpg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Compile turns the recipe into Session Event definitions. The current screen only accepts a typed instance ID. The old list and Create Workflow instance flow need to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07-compile-and-run.jpg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seeded Session shows the new per-message controls and the profile pinned when the Session was created.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08-session-profile-and-message-controls.jpg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Session view separates the defaults used by Workflow messages from the wider runtime choices available to a direct user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09-pinned-defaults-and-node-capabilities.jpg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runtime card shows what the attached runtime can do. The delivery area below it records how Session Events reached this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10-attached-runtime-and-delivery-provenance.jpg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component fixture shows a completed event with one delivery. The same result view can hold grouped fan-out deliveries.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13-event-result-and-delivery-details.png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e8955dcac46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832ec52ba47c6" /><Relationship Type="http://schemas.openxmlformats.org/officeDocument/2006/relationships/slideLayout" Target="/ppt/slideLayouts/slideLayout1.xml" Id="R92f9e97a9711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f9e97a9711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67bf1f63c4a90" /><Relationship Type="http://schemas.openxmlformats.org/officeDocument/2006/relationships/image" Target="/ppt/media/image.jpeg" Id="R8865b33eef524ec5" /><Relationship Type="http://schemas.openxmlformats.org/officeDocument/2006/relationships/notesSlide" Target="/ppt/notesSlides/notesSlide1.xml" Id="R1afba403be93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241d727b4452f" /><Relationship Type="http://schemas.openxmlformats.org/officeDocument/2006/relationships/image" Target="/ppt/media/image2.jpeg" Id="R962b632ae3b24a80" /><Relationship Type="http://schemas.openxmlformats.org/officeDocument/2006/relationships/notesSlide" Target="/ppt/notesSlides/notesSlide2.xml" Id="Rf9a96e67f0c943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40ebce6f5462f" /><Relationship Type="http://schemas.openxmlformats.org/officeDocument/2006/relationships/image" Target="/ppt/media/image3.jpeg" Id="R82f1976eeb614a09" /><Relationship Type="http://schemas.openxmlformats.org/officeDocument/2006/relationships/notesSlide" Target="/ppt/notesSlides/notesSlide3.xml" Id="R5e91e8c7484341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35d29989c4bd3" /><Relationship Type="http://schemas.openxmlformats.org/officeDocument/2006/relationships/image" Target="/ppt/media/image4.jpeg" Id="R269c83b241a547c8" /><Relationship Type="http://schemas.openxmlformats.org/officeDocument/2006/relationships/notesSlide" Target="/ppt/notesSlides/notesSlide4.xml" Id="R2aa448b14418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10979e0c4739" /><Relationship Type="http://schemas.openxmlformats.org/officeDocument/2006/relationships/image" Target="/ppt/media/image5.jpeg" Id="R927f4612b227491f" /><Relationship Type="http://schemas.openxmlformats.org/officeDocument/2006/relationships/notesSlide" Target="/ppt/notesSlides/notesSlide5.xml" Id="R124ffc7a628447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14163bfde4caa" /><Relationship Type="http://schemas.openxmlformats.org/officeDocument/2006/relationships/image" Target="/ppt/media/image6.jpeg" Id="R63984def33d44f93" /><Relationship Type="http://schemas.openxmlformats.org/officeDocument/2006/relationships/notesSlide" Target="/ppt/notesSlides/notesSlide6.xml" Id="R8f8c29fbe41f4a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b2e06e027464a" /><Relationship Type="http://schemas.openxmlformats.org/officeDocument/2006/relationships/image" Target="/ppt/media/image7.jpeg" Id="R081a6634e0f4449e" /><Relationship Type="http://schemas.openxmlformats.org/officeDocument/2006/relationships/notesSlide" Target="/ppt/notesSlides/notesSlide7.xml" Id="R32ad93e3d82f43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ba54587dd4781" /><Relationship Type="http://schemas.openxmlformats.org/officeDocument/2006/relationships/image" Target="/ppt/media/image8.jpeg" Id="R52344a9e1c504684" /><Relationship Type="http://schemas.openxmlformats.org/officeDocument/2006/relationships/notesSlide" Target="/ppt/notesSlides/notesSlide8.xml" Id="Rf6ac13b428db42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14bb09cf94fdd" /><Relationship Type="http://schemas.openxmlformats.org/officeDocument/2006/relationships/image" Target="/ppt/media/image9.jpeg" Id="R07ad98aace874536" /><Relationship Type="http://schemas.openxmlformats.org/officeDocument/2006/relationships/notesSlide" Target="/ppt/notesSlides/notesSlide9.xml" Id="R7d0f143c1d1b4b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b02e0c5f94b91" /><Relationship Type="http://schemas.openxmlformats.org/officeDocument/2006/relationships/image" Target="/ppt/media/image10.jpeg" Id="R58cb767521af438f" /><Relationship Type="http://schemas.openxmlformats.org/officeDocument/2006/relationships/notesSlide" Target="/ppt/notesSlides/notesSlide10.xml" Id="R8f236bdec5fb40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b2536dc534082" /><Relationship Type="http://schemas.openxmlformats.org/officeDocument/2006/relationships/image" Target="/ppt/media/image11.jpeg" Id="Rdc5ec28e57e1491c" /><Relationship Type="http://schemas.openxmlformats.org/officeDocument/2006/relationships/notesSlide" Target="/ppt/notesSlides/notesSlide11.xml" Id="R2431223394934b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fdb6171164ba5" /><Relationship Type="http://schemas.openxmlformats.org/officeDocument/2006/relationships/image" Target="/ppt/media/image12.jpeg" Id="R4571b1cc5cff46dd" /><Relationship Type="http://schemas.openxmlformats.org/officeDocument/2006/relationships/notesSlide" Target="/ppt/notesSlides/notesSlide12.xml" Id="Rc87142723efa4a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f621d13e24a5c" /><Relationship Type="http://schemas.openxmlformats.org/officeDocument/2006/relationships/image" Target="/ppt/media/image13.jpeg" Id="Rbe9402974aef45e7" /><Relationship Type="http://schemas.openxmlformats.org/officeDocument/2006/relationships/notesSlide" Target="/ppt/notesSlides/notesSlide13.xml" Id="R7b5b1402a3f340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0761af0654abc" /><Relationship Type="http://schemas.openxmlformats.org/officeDocument/2006/relationships/image" Target="/ppt/media/image.png" Id="R54b8acb2d559465b" /><Relationship Type="http://schemas.openxmlformats.org/officeDocument/2006/relationships/notesSlide" Target="/ppt/notesSlides/notesSlide14.xml" Id="R117c16301081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92829C5-CF39-4517-8C5C-E7997C77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CODEX ORCHESTRATOR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A5B6B0D-EE26-4B62-82FE-34DE1B2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15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Session Event UI demo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94F1F8-69EA-449E-8C9B-C5801BE6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A63"/>
                </a:solidFill>
                <a:latin typeface="Arial"/>
                <a:ea typeface="Arial"/>
                <a:cs typeface="Arial"/>
              </a:rPr>
              <a:t>A screen-by-screen tour of the current build</a:t>
            </a:r>
          </a:p>
        </p:txBody>
      </p:sp>
      <p:sp>
        <p:nvSpPr>
          <p:cNvPr id="4" name="cover-issue">
            <a:extLst xmlns:a="http://schemas.openxmlformats.org/drawingml/2006/main">
              <a:ext uri="{FF2B5EF4-FFF2-40B4-BE49-F238E27FC236}">
                <a16:creationId xmlns:a16="http://schemas.microsoft.com/office/drawing/2014/main" id="{7A725932-D0A2-4ACD-8DEB-0918F342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381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5" name="cover-issue-text">
            <a:extLst xmlns:a="http://schemas.openxmlformats.org/drawingml/2006/main">
              <a:ext uri="{FF2B5EF4-FFF2-40B4-BE49-F238E27FC236}">
                <a16:creationId xmlns:a16="http://schemas.microsoft.com/office/drawing/2014/main" id="{0E29D514-1AEC-4539-92D8-038C3351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Also shown clearly: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the canvas was replaced by a list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Workflow instance creation is missing</a:t>
            </a:r>
          </a:p>
        </p:txBody>
      </p:sp>
      <p:sp>
        <p:nvSpPr>
          <p:cNvPr id="6" name="cover-frame">
            <a:extLst xmlns:a="http://schemas.openxmlformats.org/drawingml/2006/main">
              <a:ext uri="{FF2B5EF4-FFF2-40B4-BE49-F238E27FC236}">
                <a16:creationId xmlns:a16="http://schemas.microsoft.com/office/drawing/2014/main" id="{09B8A205-AAB0-4E99-8DBD-CEAC2BB9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"/>
            <a:ext cx="581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5b33eef524ec5"/>
          <a:stretch xmlns:a="http://schemas.openxmlformats.org/drawingml/2006/main"/>
        </p:blipFill>
        <p:spPr>
          <a:xfrm xmlns:a="http://schemas.openxmlformats.org/drawingml/2006/main">
            <a:off x="5962650" y="590758"/>
            <a:ext cx="5695950" cy="3781009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6A4CF96-B3B1-4A4D-93E7-75C58BBE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F6A63"/>
                </a:solidFill>
                <a:latin typeface="Arial"/>
                <a:ea typeface="Arial"/>
                <a:cs typeface="Arial"/>
              </a:rPr>
              <a:t>14 slides · no provider request was sent</a:t>
            </a:r>
          </a:p>
        </p:txBody>
      </p:sp>
    </p:spTree>
    <p:extLst>
      <p:ext uri="{BB962C8B-B14F-4D97-AF65-F5344CB8AC3E}">
        <p14:creationId xmlns:p14="http://schemas.microsoft.com/office/powerpoint/2010/main" val="157946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">
            <a:extLst xmlns:a="http://schemas.openxmlformats.org/drawingml/2006/main">
              <a:ext uri="{FF2B5EF4-FFF2-40B4-BE49-F238E27FC236}">
                <a16:creationId xmlns:a16="http://schemas.microsoft.com/office/drawing/2014/main" id="{CA406564-7EF5-45EA-B9DD-B545F16C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9EEA104-C9C8-43D7-AA6A-21EDF94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Profiles are now a separate screen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75A6142D-BD5A-42C5-A2F6-C6A76160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CBC7FAEC-C97F-4949-B9E1-AC03828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CABD64DD-ED99-44C6-B24C-90A02C82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F854E991-C867-47D9-9963-C1428660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list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281094C1-AE51-40A2-9AB0-CC1306E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a profile or add a new one.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0E38B403-F422-4ED6-AEBB-D3D93C2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E95AE8D2-A27A-44DC-A6FE-EEB6DC0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8D401BF2-FDFF-457B-A5C1-11CCFD6D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details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B33F6A25-50E1-4DC2-AEE3-94D42D57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Name, key, and short description stay together.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AA167124-CDBF-4FE4-A8B8-89C9895A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91184DD1-6AD2-4D6B-A659-1D82F52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08B5CE04-4735-4F5C-87F9-D0DD0C1C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profile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BD42B4FD-7350-48C9-A637-433799AC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native runtime is shown as inherited and read-only.</a:t>
            </a:r>
          </a:p>
        </p:txBody>
      </p:sp>
      <p:sp>
        <p:nvSpPr>
          <p:cNvPr id="16" name="frame-01-capability-profile-overview.jpg">
            <a:extLst xmlns:a="http://schemas.openxmlformats.org/drawingml/2006/main">
              <a:ext uri="{FF2B5EF4-FFF2-40B4-BE49-F238E27FC236}">
                <a16:creationId xmlns:a16="http://schemas.microsoft.com/office/drawing/2014/main" id="{6651EAF0-BBAE-462D-B835-38695382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b632ae3b24a80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409F55C8-353A-496B-88FA-C1B69145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227B9F82-E45D-4BE4-A5E8-DC18A6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585-236">
            <a:extLst xmlns:a="http://schemas.openxmlformats.org/drawingml/2006/main">
              <a:ext uri="{FF2B5EF4-FFF2-40B4-BE49-F238E27FC236}">
                <a16:creationId xmlns:a16="http://schemas.microsoft.com/office/drawing/2014/main" id="{6307E501-78F8-4849-AC19-48B45970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585-236">
            <a:extLst xmlns:a="http://schemas.openxmlformats.org/drawingml/2006/main">
              <a:ext uri="{FF2B5EF4-FFF2-40B4-BE49-F238E27FC236}">
                <a16:creationId xmlns:a16="http://schemas.microsoft.com/office/drawing/2014/main" id="{8024637E-A932-4636-956C-4504D422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717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45-230">
            <a:extLst xmlns:a="http://schemas.openxmlformats.org/drawingml/2006/main">
              <a:ext uri="{FF2B5EF4-FFF2-40B4-BE49-F238E27FC236}">
                <a16:creationId xmlns:a16="http://schemas.microsoft.com/office/drawing/2014/main" id="{FB16C6A1-0201-4485-BD57-B640218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45-230">
            <a:extLst xmlns:a="http://schemas.openxmlformats.org/drawingml/2006/main">
              <a:ext uri="{FF2B5EF4-FFF2-40B4-BE49-F238E27FC236}">
                <a16:creationId xmlns:a16="http://schemas.microsoft.com/office/drawing/2014/main" id="{EDFD490A-1BE0-4F12-8B46-B7898E64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14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3-424">
            <a:extLst xmlns:a="http://schemas.openxmlformats.org/drawingml/2006/main">
              <a:ext uri="{FF2B5EF4-FFF2-40B4-BE49-F238E27FC236}">
                <a16:creationId xmlns:a16="http://schemas.microsoft.com/office/drawing/2014/main" id="{96BAFB55-4A3A-4EC3-978E-145FCF19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3-424">
            <a:extLst xmlns:a="http://schemas.openxmlformats.org/drawingml/2006/main">
              <a:ext uri="{FF2B5EF4-FFF2-40B4-BE49-F238E27FC236}">
                <a16:creationId xmlns:a16="http://schemas.microsoft.com/office/drawing/2014/main" id="{FB815FCB-5CA6-4A67-A23D-CE9F4429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0566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3">
            <a:extLst xmlns:a="http://schemas.openxmlformats.org/drawingml/2006/main">
              <a:ext uri="{FF2B5EF4-FFF2-40B4-BE49-F238E27FC236}">
                <a16:creationId xmlns:a16="http://schemas.microsoft.com/office/drawing/2014/main" id="{10A55C82-0ADC-4CED-9E2C-4BA1CE9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AAADD8F-9486-40CA-A0C9-6C432488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profile limits the choices from the runtime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6D74F1B5-1983-4599-8C21-F6D7285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5C87C315-2E1A-41D6-AFA2-813E44D8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6E182DB8-2B70-4B4D-85D1-F30AEF89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DE061AC2-C500-4811-ABD3-C14EC54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2C1ADCD8-EC79-48D9-B6B4-C916D06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models that nodes may use.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2F2BEF8A-1446-4A61-BE61-B00C60BE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268F3724-CE0C-4C37-A5C8-A618DC3F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5EAECD86-7C82-4245-A490-DDAF4BDE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FC0DFC7C-09D9-4C1B-B6D4-1792E892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reasoning levels that nodes may use.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314DC830-CAB9-49B4-AB7A-CF2A3E6C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EB28EA37-7319-485D-98A1-288716F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F86A9EB5-A905-453F-98CA-31B2F44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Inherited items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C13FB2CD-D31D-4157-8511-7F0D907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tools and skills are visible but locked in this build.</a:t>
            </a:r>
          </a:p>
        </p:txBody>
      </p:sp>
      <p:sp>
        <p:nvSpPr>
          <p:cNvPr id="16" name="frame-02-capability-allowed-selections.jpg">
            <a:extLst xmlns:a="http://schemas.openxmlformats.org/drawingml/2006/main">
              <a:ext uri="{FF2B5EF4-FFF2-40B4-BE49-F238E27FC236}">
                <a16:creationId xmlns:a16="http://schemas.microsoft.com/office/drawing/2014/main" id="{AFDA25A4-E995-4251-BC8A-FEB5721C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976eeb614a09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107C724E-9C56-41F2-8EE2-B374073B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6FCA5DE8-3627-44B7-A52B-C49BD84A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80-432">
            <a:extLst xmlns:a="http://schemas.openxmlformats.org/drawingml/2006/main">
              <a:ext uri="{FF2B5EF4-FFF2-40B4-BE49-F238E27FC236}">
                <a16:creationId xmlns:a16="http://schemas.microsoft.com/office/drawing/2014/main" id="{AEC9D91A-F3F8-4650-AF98-ED08617F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80-432">
            <a:extLst xmlns:a="http://schemas.openxmlformats.org/drawingml/2006/main">
              <a:ext uri="{FF2B5EF4-FFF2-40B4-BE49-F238E27FC236}">
                <a16:creationId xmlns:a16="http://schemas.microsoft.com/office/drawing/2014/main" id="{4EF03B83-F399-4311-900D-DC34F6DE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30-505">
            <a:extLst xmlns:a="http://schemas.openxmlformats.org/drawingml/2006/main">
              <a:ext uri="{FF2B5EF4-FFF2-40B4-BE49-F238E27FC236}">
                <a16:creationId xmlns:a16="http://schemas.microsoft.com/office/drawing/2014/main" id="{8417637E-FF1D-45DC-8B59-099DFA5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7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30-505">
            <a:extLst xmlns:a="http://schemas.openxmlformats.org/drawingml/2006/main">
              <a:ext uri="{FF2B5EF4-FFF2-40B4-BE49-F238E27FC236}">
                <a16:creationId xmlns:a16="http://schemas.microsoft.com/office/drawing/2014/main" id="{063ECA86-3F1C-47A0-BAAD-0D8AFCF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33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10-592">
            <a:extLst xmlns:a="http://schemas.openxmlformats.org/drawingml/2006/main">
              <a:ext uri="{FF2B5EF4-FFF2-40B4-BE49-F238E27FC236}">
                <a16:creationId xmlns:a16="http://schemas.microsoft.com/office/drawing/2014/main" id="{C62B97EE-63EB-4612-91E5-CD79E075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0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10-592">
            <a:extLst xmlns:a="http://schemas.openxmlformats.org/drawingml/2006/main">
              <a:ext uri="{FF2B5EF4-FFF2-40B4-BE49-F238E27FC236}">
                <a16:creationId xmlns:a16="http://schemas.microsoft.com/office/drawing/2014/main" id="{DFFA6A39-1AFE-412F-9D77-4281F478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62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1560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4">
            <a:extLst xmlns:a="http://schemas.openxmlformats.org/drawingml/2006/main">
              <a:ext uri="{FF2B5EF4-FFF2-40B4-BE49-F238E27FC236}">
                <a16:creationId xmlns:a16="http://schemas.microsoft.com/office/drawing/2014/main" id="{4518F433-3B82-4C65-8982-1870D666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D56CCAF-4DFE-4DB9-8C73-5898FA5E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Profiles can be saved or deleted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5B591764-F11B-49A8-BE82-B4459FA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49946B0A-44C6-4844-AD80-E178CDE0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66923FA4-8873-4B06-B521-D481C49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4FB8F847-5388-4359-BF10-F4E984D7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0A8C3EEA-A306-4C34-8727-4C2F3B6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Save writes the current profile changes.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1488DFF0-0D17-4BDF-B684-D68E8598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EAD7F3A3-856D-451C-AD9A-98EDD75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805F07EB-8972-49BD-A311-6A8B8DB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7A1C8F29-925B-4C55-9654-8C1EBC6E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Delete removes the selected profile.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AE56F7B3-9B80-42F4-BEEA-C12CB54C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FFEE6A59-7AD6-495C-9A45-62D8DEF9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60CDE852-911D-4946-8417-61225A5C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AE4A9CF1-4546-4962-9BEC-38CA523C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screen shows the saved revision and update time.</a:t>
            </a:r>
          </a:p>
        </p:txBody>
      </p:sp>
      <p:sp>
        <p:nvSpPr>
          <p:cNvPr id="16" name="frame-12-capability-profile-save-and-delete.png">
            <a:extLst xmlns:a="http://schemas.openxmlformats.org/drawingml/2006/main">
              <a:ext uri="{FF2B5EF4-FFF2-40B4-BE49-F238E27FC236}">
                <a16:creationId xmlns:a16="http://schemas.microsoft.com/office/drawing/2014/main" id="{ED437607-3B72-4EE6-B384-690707D9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c83b241a547c8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E6D2FE02-6940-483C-9AD0-8EC01287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E0CAA572-AB48-4129-9923-0E98CBF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139-594">
            <a:extLst xmlns:a="http://schemas.openxmlformats.org/drawingml/2006/main">
              <a:ext uri="{FF2B5EF4-FFF2-40B4-BE49-F238E27FC236}">
                <a16:creationId xmlns:a16="http://schemas.microsoft.com/office/drawing/2014/main" id="{689F7A1B-FA29-4924-8442-5A71408D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139-594">
            <a:extLst xmlns:a="http://schemas.openxmlformats.org/drawingml/2006/main">
              <a:ext uri="{FF2B5EF4-FFF2-40B4-BE49-F238E27FC236}">
                <a16:creationId xmlns:a16="http://schemas.microsoft.com/office/drawing/2014/main" id="{62DA76B1-FEB7-44BB-BA82-400226B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08-594">
            <a:extLst xmlns:a="http://schemas.openxmlformats.org/drawingml/2006/main">
              <a:ext uri="{FF2B5EF4-FFF2-40B4-BE49-F238E27FC236}">
                <a16:creationId xmlns:a16="http://schemas.microsoft.com/office/drawing/2014/main" id="{343D5EB6-41BB-4BE5-BC3F-942097B9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08-594">
            <a:extLst xmlns:a="http://schemas.openxmlformats.org/drawingml/2006/main">
              <a:ext uri="{FF2B5EF4-FFF2-40B4-BE49-F238E27FC236}">
                <a16:creationId xmlns:a16="http://schemas.microsoft.com/office/drawing/2014/main" id="{7D556CF9-947E-4FC6-8621-F897707F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620-275">
            <a:extLst xmlns:a="http://schemas.openxmlformats.org/drawingml/2006/main">
              <a:ext uri="{FF2B5EF4-FFF2-40B4-BE49-F238E27FC236}">
                <a16:creationId xmlns:a16="http://schemas.microsoft.com/office/drawing/2014/main" id="{2F153AC2-2BA0-4398-9F71-821A9E9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620-275">
            <a:extLst xmlns:a="http://schemas.openxmlformats.org/drawingml/2006/main">
              <a:ext uri="{FF2B5EF4-FFF2-40B4-BE49-F238E27FC236}">
                <a16:creationId xmlns:a16="http://schemas.microsoft.com/office/drawing/2014/main" id="{321723C8-557F-4DE0-9EA2-79910574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431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95043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5">
            <a:extLst xmlns:a="http://schemas.openxmlformats.org/drawingml/2006/main">
              <a:ext uri="{FF2B5EF4-FFF2-40B4-BE49-F238E27FC236}">
                <a16:creationId xmlns:a16="http://schemas.microsoft.com/office/drawing/2014/main" id="{B561BB64-453D-4299-9D80-51B7A3DD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1F53FF8-18DE-450E-8A5B-45B6CF6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editing now opens as a node list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9FD55AED-29AC-4A41-A181-5A8E29C8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B0D0F94A-2ED8-4C04-AD88-86D5C5C5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71CA8057-CF4F-4C46-8E71-A9876C63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9EEC3839-E672-4985-AC4F-0F7F6125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Recipe details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7A935DEC-E6BC-41E4-9518-8ED76C19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Workflow name and key are still editable.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CACB8FDB-2643-4560-BDEE-4FE6194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21E452CA-1CFA-4680-A169-4D192ECA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FE9A74B5-D000-4893-BE98-2ACCB2AA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list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7C1408BC-7C0C-48F0-AD24-741AB83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Nodes are selected from a list on the left.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0C4EB455-B7A9-43F6-ACD4-F38DD29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EB1EACE4-7CF6-4277-B823-E1688E29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D70D9E94-5BB1-45BF-97D9-CDEDA329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form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5B38DD9A-985B-406B-A755-815B2A9A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node opens as a form on the right.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95567F6D-A3F5-45A4-8BCC-E4B2786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D94E826B-43D0-4114-B572-9C045E4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this list replaced the old flow canvas. The canvas should return.</a:t>
            </a:r>
          </a:p>
        </p:txBody>
      </p:sp>
      <p:sp>
        <p:nvSpPr>
          <p:cNvPr id="18" name="frame-03-workflow-node-profile.jpg">
            <a:extLst xmlns:a="http://schemas.openxmlformats.org/drawingml/2006/main">
              <a:ext uri="{FF2B5EF4-FFF2-40B4-BE49-F238E27FC236}">
                <a16:creationId xmlns:a16="http://schemas.microsoft.com/office/drawing/2014/main" id="{80BFD0D8-6DCF-4465-A70D-DE7F5A8B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f4612b227491f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830F0589-A089-4E17-9EA4-7B111E72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E8F1F959-B5A7-42CB-A1B4-55B0F860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2" name="marker-1-915-192">
            <a:extLst xmlns:a="http://schemas.openxmlformats.org/drawingml/2006/main">
              <a:ext uri="{FF2B5EF4-FFF2-40B4-BE49-F238E27FC236}">
                <a16:creationId xmlns:a16="http://schemas.microsoft.com/office/drawing/2014/main" id="{F583F0EA-D9D2-4E99-8A4F-230BD1CB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915-192">
            <a:extLst xmlns:a="http://schemas.openxmlformats.org/drawingml/2006/main">
              <a:ext uri="{FF2B5EF4-FFF2-40B4-BE49-F238E27FC236}">
                <a16:creationId xmlns:a16="http://schemas.microsoft.com/office/drawing/2014/main" id="{AB88892E-3712-402C-9DBE-51E8A67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52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594-331">
            <a:extLst xmlns:a="http://schemas.openxmlformats.org/drawingml/2006/main">
              <a:ext uri="{FF2B5EF4-FFF2-40B4-BE49-F238E27FC236}">
                <a16:creationId xmlns:a16="http://schemas.microsoft.com/office/drawing/2014/main" id="{09A8D189-D25D-483F-85FA-02F08E6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594-331">
            <a:extLst xmlns:a="http://schemas.openxmlformats.org/drawingml/2006/main">
              <a:ext uri="{FF2B5EF4-FFF2-40B4-BE49-F238E27FC236}">
                <a16:creationId xmlns:a16="http://schemas.microsoft.com/office/drawing/2014/main" id="{F50DEA75-328C-44FF-ABB9-2F775273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927-335">
            <a:extLst xmlns:a="http://schemas.openxmlformats.org/drawingml/2006/main">
              <a:ext uri="{FF2B5EF4-FFF2-40B4-BE49-F238E27FC236}">
                <a16:creationId xmlns:a16="http://schemas.microsoft.com/office/drawing/2014/main" id="{8055341B-59C6-4F13-B2D2-88CBFCC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57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927-335">
            <a:extLst xmlns:a="http://schemas.openxmlformats.org/drawingml/2006/main">
              <a:ext uri="{FF2B5EF4-FFF2-40B4-BE49-F238E27FC236}">
                <a16:creationId xmlns:a16="http://schemas.microsoft.com/office/drawing/2014/main" id="{E45D7E68-FF34-4265-B26F-C9B88623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146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marker-!-688-331">
            <a:extLst xmlns:a="http://schemas.openxmlformats.org/drawingml/2006/main">
              <a:ext uri="{FF2B5EF4-FFF2-40B4-BE49-F238E27FC236}">
                <a16:creationId xmlns:a16="http://schemas.microsoft.com/office/drawing/2014/main" id="{E091341F-EF15-45AB-9119-1D218625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35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marker-number-!-688-331">
            <a:extLst xmlns:a="http://schemas.openxmlformats.org/drawingml/2006/main">
              <a:ext uri="{FF2B5EF4-FFF2-40B4-BE49-F238E27FC236}">
                <a16:creationId xmlns:a16="http://schemas.microsoft.com/office/drawing/2014/main" id="{A05F61F7-D001-46F5-B4C3-EE0E5EBA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319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6">
            <a:extLst xmlns:a="http://schemas.openxmlformats.org/drawingml/2006/main">
              <a:ext uri="{FF2B5EF4-FFF2-40B4-BE49-F238E27FC236}">
                <a16:creationId xmlns:a16="http://schemas.microsoft.com/office/drawing/2014/main" id="{EA6BFA33-D5D9-4DD4-823B-9494635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4327B29-2F05-4A60-974D-A26A4D27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setup can be copied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D4CD9CDF-A951-4296-AC13-3282062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CB39D84F-A102-4C9C-9838-567DBD58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1BBF0F54-AFFD-4009-B1CC-7D03C780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BD601E65-6D55-459F-B6F7-B78AE99F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Independent copy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12B950A-9F62-4730-A4A5-D9981EEE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copy becomes separate node state.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2A37CAF7-BC5A-4FDE-8BCA-006C55F1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226BFB39-C500-4808-ABB1-280D6CD4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0F596EE3-C3A5-44F5-99C8-2393009C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node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43DE33E4-01DC-44CC-9E57-9B3B708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Pick an existing node as the source.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CCBDD147-52A2-4E4E-B53C-1063698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3D86C98F-61C9-4671-B1D1-4D9994DD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46ADB0DB-4C93-41F9-8FE6-F7FB3FE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Copy button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4F46B34D-33B1-4961-8FC6-0FD78BE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Copy its settings into the current node.</a:t>
            </a:r>
          </a:p>
        </p:txBody>
      </p:sp>
      <p:sp>
        <p:nvSpPr>
          <p:cNvPr id="16" name="frame-11-copy-node-configuration.png">
            <a:extLst xmlns:a="http://schemas.openxmlformats.org/drawingml/2006/main">
              <a:ext uri="{FF2B5EF4-FFF2-40B4-BE49-F238E27FC236}">
                <a16:creationId xmlns:a16="http://schemas.microsoft.com/office/drawing/2014/main" id="{6F50E8C4-60ED-4BAE-84DF-CB7DDAB5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84def33d44f93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FD33E665-5300-471D-88CB-D205DBA6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C40DE547-F578-4E13-A468-857D4504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000-430">
            <a:extLst xmlns:a="http://schemas.openxmlformats.org/drawingml/2006/main">
              <a:ext uri="{FF2B5EF4-FFF2-40B4-BE49-F238E27FC236}">
                <a16:creationId xmlns:a16="http://schemas.microsoft.com/office/drawing/2014/main" id="{F81032DB-E46E-4447-B297-0C7C04A3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000-430">
            <a:extLst xmlns:a="http://schemas.openxmlformats.org/drawingml/2006/main">
              <a:ext uri="{FF2B5EF4-FFF2-40B4-BE49-F238E27FC236}">
                <a16:creationId xmlns:a16="http://schemas.microsoft.com/office/drawing/2014/main" id="{3B2A1B76-C87C-497F-9B89-FA2B8F7E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19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30-493">
            <a:extLst xmlns:a="http://schemas.openxmlformats.org/drawingml/2006/main">
              <a:ext uri="{FF2B5EF4-FFF2-40B4-BE49-F238E27FC236}">
                <a16:creationId xmlns:a16="http://schemas.microsoft.com/office/drawing/2014/main" id="{D891D5BD-D767-4B14-9B1C-3C0D4234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62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30-493">
            <a:extLst xmlns:a="http://schemas.openxmlformats.org/drawingml/2006/main">
              <a:ext uri="{FF2B5EF4-FFF2-40B4-BE49-F238E27FC236}">
                <a16:creationId xmlns:a16="http://schemas.microsoft.com/office/drawing/2014/main" id="{70404C26-E9C6-4811-8D52-A1CA28EA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96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60-493">
            <a:extLst xmlns:a="http://schemas.openxmlformats.org/drawingml/2006/main">
              <a:ext uri="{FF2B5EF4-FFF2-40B4-BE49-F238E27FC236}">
                <a16:creationId xmlns:a16="http://schemas.microsoft.com/office/drawing/2014/main" id="{03603248-4946-45E6-A0E6-484651F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562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60-493">
            <a:extLst xmlns:a="http://schemas.openxmlformats.org/drawingml/2006/main">
              <a:ext uri="{FF2B5EF4-FFF2-40B4-BE49-F238E27FC236}">
                <a16:creationId xmlns:a16="http://schemas.microsoft.com/office/drawing/2014/main" id="{5ED43A8A-C41D-46DC-8B63-0A2964A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6196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137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9C60CAB6-86EF-4FD5-9772-C43D193E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E408106-3C09-469D-A1AE-07BAF9D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sets defaults and limits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78323D0D-EB0A-45CD-B93D-3B937B76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2E6DD366-F38B-46E0-A254-3EFE722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1F99A69A-F4B4-4787-964D-F18BAA24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09DD6BD4-2633-4751-B9C7-D3C9CEEA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Allowed choices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FF0427C5-AC90-4AE0-A664-E19179AD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Models and reasoning stay within the chosen Capability Profile.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11B4249D-D086-4302-9316-546EC5A4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9504F536-04DC-49AF-B100-F708AD31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28E4DEB2-6C51-472E-8989-0AEBEA7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Inherited items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B6FC5473-BE6E-4FB5-ADAA-B4F390BA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tools and skills are visible but locked in this build.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BC694AF3-92B4-4D15-9698-327E472D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4B146A71-BF38-404D-BF38-66DEC17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44E79067-587F-42ED-82F8-EE502F84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Defaults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42E9D3BB-DE9F-471A-A2DB-8CD2A3FA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node sets the model, reasoning, and sandbox used by Workflow messages.</a:t>
            </a:r>
          </a:p>
        </p:txBody>
      </p:sp>
      <p:sp>
        <p:nvSpPr>
          <p:cNvPr id="16" name="frame-04-node-restrictions-and-defaults.jpg">
            <a:extLst xmlns:a="http://schemas.openxmlformats.org/drawingml/2006/main">
              <a:ext uri="{FF2B5EF4-FFF2-40B4-BE49-F238E27FC236}">
                <a16:creationId xmlns:a16="http://schemas.microsoft.com/office/drawing/2014/main" id="{7C957DE2-93B2-4A1F-A4AF-E133508E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a6634e0f4449e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17F09B8B-F60D-4962-8222-DF78A3AB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B5E5F220-0802-42B8-8BC6-8DE5B675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780-263">
            <a:extLst xmlns:a="http://schemas.openxmlformats.org/drawingml/2006/main">
              <a:ext uri="{FF2B5EF4-FFF2-40B4-BE49-F238E27FC236}">
                <a16:creationId xmlns:a16="http://schemas.microsoft.com/office/drawing/2014/main" id="{2BF43943-470F-405B-8CD9-B9FD38C9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80-263">
            <a:extLst xmlns:a="http://schemas.openxmlformats.org/drawingml/2006/main">
              <a:ext uri="{FF2B5EF4-FFF2-40B4-BE49-F238E27FC236}">
                <a16:creationId xmlns:a16="http://schemas.microsoft.com/office/drawing/2014/main" id="{3136F911-193B-4546-BC2B-0B4DEFFC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20-353">
            <a:extLst xmlns:a="http://schemas.openxmlformats.org/drawingml/2006/main">
              <a:ext uri="{FF2B5EF4-FFF2-40B4-BE49-F238E27FC236}">
                <a16:creationId xmlns:a16="http://schemas.microsoft.com/office/drawing/2014/main" id="{AED7CD0B-EAB9-4C99-8C2F-5943523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28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20-353">
            <a:extLst xmlns:a="http://schemas.openxmlformats.org/drawingml/2006/main">
              <a:ext uri="{FF2B5EF4-FFF2-40B4-BE49-F238E27FC236}">
                <a16:creationId xmlns:a16="http://schemas.microsoft.com/office/drawing/2014/main" id="{2EF676C3-CFE4-48A4-91C2-C744DD7D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861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6-539">
            <a:extLst xmlns:a="http://schemas.openxmlformats.org/drawingml/2006/main">
              <a:ext uri="{FF2B5EF4-FFF2-40B4-BE49-F238E27FC236}">
                <a16:creationId xmlns:a16="http://schemas.microsoft.com/office/drawing/2014/main" id="{AC612426-71DF-46AC-BC26-FAAB45CF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00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6-539">
            <a:extLst xmlns:a="http://schemas.openxmlformats.org/drawingml/2006/main">
              <a:ext uri="{FF2B5EF4-FFF2-40B4-BE49-F238E27FC236}">
                <a16:creationId xmlns:a16="http://schemas.microsoft.com/office/drawing/2014/main" id="{545571CE-B937-41C9-A7F3-AF8454F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577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827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5FBDDB85-9F84-41DB-85D1-22A67BEF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E7D1D85-18C5-411E-857C-AF8B649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defines an event trigger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36EBB039-3A12-4FD0-B760-47652110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71A62F9F-EE00-49FE-875C-55E91F5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8984AF49-07D9-4A50-9FD7-A4790C7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5AA49332-7AE6-466E-ACB8-DEF50477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From and to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8D3043E0-6D0E-49D4-B52C-448CD17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connection names its source and destination nodes.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ECBB9423-9D85-4EA4-A168-170E133C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80DDDCDB-5C46-4CD9-8C6C-B9F57B56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6A586480-956C-4A7F-973C-1CB43C2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A0DC5D6F-02C4-4126-A608-78B00CF0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what starts the event.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27785EC9-F7E4-4DE9-9DFD-87F6F125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93EDC224-4A2A-4018-8DC0-365CF23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1F8ED396-2FA4-4B42-805B-A2D55CC9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order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7F67C021-578B-4F21-BDF9-DD9D21C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prompt sources are listed in delivery order.</a:t>
            </a:r>
          </a:p>
        </p:txBody>
      </p:sp>
      <p:sp>
        <p:nvSpPr>
          <p:cNvPr id="16" name="frame-05-connection-trigger-and-prompt.jpg">
            <a:extLst xmlns:a="http://schemas.openxmlformats.org/drawingml/2006/main">
              <a:ext uri="{FF2B5EF4-FFF2-40B4-BE49-F238E27FC236}">
                <a16:creationId xmlns:a16="http://schemas.microsoft.com/office/drawing/2014/main" id="{9832D599-C266-4778-BB42-59AD18C3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44a9e1c504684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36FEECA3-7C6D-4DAA-ABBE-6039AE9B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FF2FDD13-1F96-411D-A3CA-55F21FED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180-387">
            <a:extLst xmlns:a="http://schemas.openxmlformats.org/drawingml/2006/main">
              <a:ext uri="{FF2B5EF4-FFF2-40B4-BE49-F238E27FC236}">
                <a16:creationId xmlns:a16="http://schemas.microsoft.com/office/drawing/2014/main" id="{C861D343-A3C2-416B-AC25-92C404A4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52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180-387">
            <a:extLst xmlns:a="http://schemas.openxmlformats.org/drawingml/2006/main">
              <a:ext uri="{FF2B5EF4-FFF2-40B4-BE49-F238E27FC236}">
                <a16:creationId xmlns:a16="http://schemas.microsoft.com/office/drawing/2014/main" id="{1C183B05-D4B8-496D-89E8-515D3498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099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158-476">
            <a:extLst xmlns:a="http://schemas.openxmlformats.org/drawingml/2006/main">
              <a:ext uri="{FF2B5EF4-FFF2-40B4-BE49-F238E27FC236}">
                <a16:creationId xmlns:a16="http://schemas.microsoft.com/office/drawing/2014/main" id="{6F04B72B-FCA0-4321-9E07-898A1D1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158-476">
            <a:extLst xmlns:a="http://schemas.openxmlformats.org/drawingml/2006/main">
              <a:ext uri="{FF2B5EF4-FFF2-40B4-BE49-F238E27FC236}">
                <a16:creationId xmlns:a16="http://schemas.microsoft.com/office/drawing/2014/main" id="{E218B3F0-9E95-4CAD-9A98-9C49495C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577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30-625">
            <a:extLst xmlns:a="http://schemas.openxmlformats.org/drawingml/2006/main">
              <a:ext uri="{FF2B5EF4-FFF2-40B4-BE49-F238E27FC236}">
                <a16:creationId xmlns:a16="http://schemas.microsoft.com/office/drawing/2014/main" id="{19DEB213-4F20-4141-8143-93C27CEC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81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30-625">
            <a:extLst xmlns:a="http://schemas.openxmlformats.org/drawingml/2006/main">
              <a:ext uri="{FF2B5EF4-FFF2-40B4-BE49-F238E27FC236}">
                <a16:creationId xmlns:a16="http://schemas.microsoft.com/office/drawing/2014/main" id="{FDB5F96F-1176-45C8-97CC-2A17B3D4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876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9604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9">
            <a:extLst xmlns:a="http://schemas.openxmlformats.org/drawingml/2006/main">
              <a:ext uri="{FF2B5EF4-FFF2-40B4-BE49-F238E27FC236}">
                <a16:creationId xmlns:a16="http://schemas.microsoft.com/office/drawing/2014/main" id="{9E415B59-4D49-4DCC-864B-E9E6037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FB7E529-BFDB-4591-912D-5012C007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builds the prompt and finds Sessions</a:t>
            </a:r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BDD94806-8CD0-4C3E-840B-79E44FC5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08DC2FCA-57E3-4BC5-B9EF-87011BED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9CDB05AD-E13E-4C5C-BF17-5D7E155E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2B0B01A3-DCC7-40AD-824C-8FCF309D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sources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1E9AA56-87D5-43C0-852C-5FF81A21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Connection text, MCP values, file name, and node prompt can be combined.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BDFF4989-C0E9-46D3-9944-4DFEB99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ABEE5697-29B6-42C9-8B53-8EE3A65C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73C63F12-447C-44F1-A559-9C2A8146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Target rules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5DB2F78C-7EF2-4E5C-B5AE-CE8EA9D0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Find Sessions by node and relation, then choose first, all, or newest.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6888347D-0A6E-4779-9584-522FB711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E042C220-224E-4B86-99F8-85775239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A746308A-A34C-4013-87D2-B68F0407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Create if missing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6D360379-2E1A-4622-9B41-90D05CD2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event may create a Session when no match exists.</a:t>
            </a:r>
          </a:p>
        </p:txBody>
      </p:sp>
      <p:sp>
        <p:nvSpPr>
          <p:cNvPr id="16" name="frame-06-connection-prompt-and-target.jpg">
            <a:extLst xmlns:a="http://schemas.openxmlformats.org/drawingml/2006/main">
              <a:ext uri="{FF2B5EF4-FFF2-40B4-BE49-F238E27FC236}">
                <a16:creationId xmlns:a16="http://schemas.microsoft.com/office/drawing/2014/main" id="{C03C56CC-8762-40B2-BF68-04D1ED86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d98aace874536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52AE2B39-C119-4795-A8CC-C4AF9227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3B8A778A-22AD-4B3A-975A-0905438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11-248">
            <a:extLst xmlns:a="http://schemas.openxmlformats.org/drawingml/2006/main">
              <a:ext uri="{FF2B5EF4-FFF2-40B4-BE49-F238E27FC236}">
                <a16:creationId xmlns:a16="http://schemas.microsoft.com/office/drawing/2014/main" id="{0922AECE-ABFC-49FB-B7F2-FC9A42B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2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11-248">
            <a:extLst xmlns:a="http://schemas.openxmlformats.org/drawingml/2006/main">
              <a:ext uri="{FF2B5EF4-FFF2-40B4-BE49-F238E27FC236}">
                <a16:creationId xmlns:a16="http://schemas.microsoft.com/office/drawing/2014/main" id="{A3D27527-B37D-4772-A7E2-FF9353B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860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60-425">
            <a:extLst xmlns:a="http://schemas.openxmlformats.org/drawingml/2006/main">
              <a:ext uri="{FF2B5EF4-FFF2-40B4-BE49-F238E27FC236}">
                <a16:creationId xmlns:a16="http://schemas.microsoft.com/office/drawing/2014/main" id="{8D773B5D-9BE3-4AE0-8C73-4F813F8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14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60-425">
            <a:extLst xmlns:a="http://schemas.openxmlformats.org/drawingml/2006/main">
              <a:ext uri="{FF2B5EF4-FFF2-40B4-BE49-F238E27FC236}">
                <a16:creationId xmlns:a16="http://schemas.microsoft.com/office/drawing/2014/main" id="{34C7B57F-A06B-43FA-8FCC-12286844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95-560">
            <a:extLst xmlns:a="http://schemas.openxmlformats.org/drawingml/2006/main">
              <a:ext uri="{FF2B5EF4-FFF2-40B4-BE49-F238E27FC236}">
                <a16:creationId xmlns:a16="http://schemas.microsoft.com/office/drawing/2014/main" id="{8D6E0922-613B-4DCE-9DFE-0424EBCC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00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95-560">
            <a:extLst xmlns:a="http://schemas.openxmlformats.org/drawingml/2006/main">
              <a:ext uri="{FF2B5EF4-FFF2-40B4-BE49-F238E27FC236}">
                <a16:creationId xmlns:a16="http://schemas.microsoft.com/office/drawing/2014/main" id="{2CDE3BD5-9CEE-48C9-817A-1961FBB6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57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29414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10">
            <a:extLst xmlns:a="http://schemas.openxmlformats.org/drawingml/2006/main">
              <a:ext uri="{FF2B5EF4-FFF2-40B4-BE49-F238E27FC236}">
                <a16:creationId xmlns:a16="http://schemas.microsoft.com/office/drawing/2014/main" id="{06C47DA8-5857-4155-8437-84AFA58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COMPILE AND RUN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77FCB6F-0526-461D-A5A4-AE4A7D70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 builds Session Events for a run</a:t>
            </a:r>
          </a:p>
        </p:txBody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58EE78A-980F-4F40-B550-F875195B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F841FAC5-EF93-49AC-AC69-2BB2507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E5855C60-7CCD-49EC-9222-AE5AE487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5BB1DB37-E252-4615-9386-39D5D12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Instance ID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1D0D2C0A-AEE1-4BFC-BC23-00FBB54B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typed ID is used to scope the compiled event.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AB99DF80-E496-459C-B90F-F4FEAE2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1F030B4B-6C96-4994-A243-4795CAFA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E5CBFA23-09A4-4F83-9EED-0C520443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E2AA007E-9386-4935-9F83-3C7E3B8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Compile shows the event definitions before they run.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6A019EB4-DAE1-472E-94D2-348FD543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27BEDA13-4AF0-45C6-A709-5FF5EA9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85EFFB4B-4541-468F-8265-129E601C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Staged request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22EECD20-7FD3-41D7-9DBD-C331658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user-triggered event can be prepared without sending it.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EE2E7276-5CEC-46C3-A237-C5750D8A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AB230BEB-4936-45FA-A539-A334C0EA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the old instance list and Create Workflow instance flow are missing. A typed ID is not a replacement.</a:t>
            </a:r>
          </a:p>
        </p:txBody>
      </p:sp>
      <p:sp>
        <p:nvSpPr>
          <p:cNvPr id="18" name="frame-07-compile-and-run.jpg">
            <a:extLst xmlns:a="http://schemas.openxmlformats.org/drawingml/2006/main">
              <a:ext uri="{FF2B5EF4-FFF2-40B4-BE49-F238E27FC236}">
                <a16:creationId xmlns:a16="http://schemas.microsoft.com/office/drawing/2014/main" id="{83183F18-7778-4886-888E-CA484E05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b767521af438f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BF0836CE-D150-4125-A9EB-652F4393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1144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454BCCA2-E394-4106-AE11-269AAA6B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9239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· NOT SENT</a:t>
            </a:r>
          </a:p>
        </p:txBody>
      </p:sp>
      <p:sp>
        <p:nvSpPr>
          <p:cNvPr id="22" name="marker-1-1060-392">
            <a:extLst xmlns:a="http://schemas.openxmlformats.org/drawingml/2006/main">
              <a:ext uri="{FF2B5EF4-FFF2-40B4-BE49-F238E27FC236}">
                <a16:creationId xmlns:a16="http://schemas.microsoft.com/office/drawing/2014/main" id="{9D564F09-5A4D-416A-9723-CD9E8F84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1060-392">
            <a:extLst xmlns:a="http://schemas.openxmlformats.org/drawingml/2006/main">
              <a:ext uri="{FF2B5EF4-FFF2-40B4-BE49-F238E27FC236}">
                <a16:creationId xmlns:a16="http://schemas.microsoft.com/office/drawing/2014/main" id="{C2053D37-E5AE-4600-9537-E1FF0D42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57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1070-430">
            <a:extLst xmlns:a="http://schemas.openxmlformats.org/drawingml/2006/main">
              <a:ext uri="{FF2B5EF4-FFF2-40B4-BE49-F238E27FC236}">
                <a16:creationId xmlns:a16="http://schemas.microsoft.com/office/drawing/2014/main" id="{57F57202-B643-4EFA-A366-852CC8D3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1070-430">
            <a:extLst xmlns:a="http://schemas.openxmlformats.org/drawingml/2006/main">
              <a:ext uri="{FF2B5EF4-FFF2-40B4-BE49-F238E27FC236}">
                <a16:creationId xmlns:a16="http://schemas.microsoft.com/office/drawing/2014/main" id="{1A2639EC-2E3C-4599-8C8A-676C6B5B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19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1000-530">
            <a:extLst xmlns:a="http://schemas.openxmlformats.org/drawingml/2006/main">
              <a:ext uri="{FF2B5EF4-FFF2-40B4-BE49-F238E27FC236}">
                <a16:creationId xmlns:a16="http://schemas.microsoft.com/office/drawing/2014/main" id="{B646CBF3-4AAB-4D8A-BD35-5E16037B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1000-530">
            <a:extLst xmlns:a="http://schemas.openxmlformats.org/drawingml/2006/main">
              <a:ext uri="{FF2B5EF4-FFF2-40B4-BE49-F238E27FC236}">
                <a16:creationId xmlns:a16="http://schemas.microsoft.com/office/drawing/2014/main" id="{3F473A43-8F9C-4D47-AFF6-F89B37F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720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0270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1">
            <a:extLst xmlns:a="http://schemas.openxmlformats.org/drawingml/2006/main">
              <a:ext uri="{FF2B5EF4-FFF2-40B4-BE49-F238E27FC236}">
                <a16:creationId xmlns:a16="http://schemas.microsoft.com/office/drawing/2014/main" id="{8940483B-5AF9-49AC-B0C4-BE42CEF0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9F2D8DF-4FF7-490C-AB6D-C758C05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Each Session shows its pinned profile</a:t>
            </a:r>
          </a:p>
        </p:txBody>
      </p:sp>
      <p:sp>
        <p:nvSpPr>
          <p:cNvPr id="3" name="number-11">
            <a:extLst xmlns:a="http://schemas.openxmlformats.org/drawingml/2006/main">
              <a:ext uri="{FF2B5EF4-FFF2-40B4-BE49-F238E27FC236}">
                <a16:creationId xmlns:a16="http://schemas.microsoft.com/office/drawing/2014/main" id="{5FDDDDE1-7A37-40C8-8A44-E3825876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DE7BA0CC-5F7F-4184-9B13-21CE4A4E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CEDEFCF3-8A7F-415E-B467-EB2A7ED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FA199335-C489-44F4-8C48-5C0BD71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Next message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F50B6532-79A5-47B4-9339-95EA6F88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direct user message may pick model and reasoning for that message.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78FC1D3D-9D73-4F55-8CBA-C0BA0969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A328E969-17AA-43BB-BFE7-86C55D26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66B4EEAF-2FE2-42ED-B25A-2DD12F1E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FDA43C43-AB47-4666-971F-DCC07DA7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keeps the resolved profile revision from creation.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1909567A-8C8B-4900-B537-EBC2826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1F051E43-E87B-4133-BE53-4E5833B7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AAB1CC4C-6FE2-401D-AE5B-23B7F630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Resolution digest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0D93E93F-5EF3-4212-A1C8-C4418FB9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digest identifies the exact pinned result.</a:t>
            </a:r>
          </a:p>
        </p:txBody>
      </p:sp>
      <p:sp>
        <p:nvSpPr>
          <p:cNvPr id="16" name="frame-08-session-profile-and-message-controls.jpg">
            <a:extLst xmlns:a="http://schemas.openxmlformats.org/drawingml/2006/main">
              <a:ext uri="{FF2B5EF4-FFF2-40B4-BE49-F238E27FC236}">
                <a16:creationId xmlns:a16="http://schemas.microsoft.com/office/drawing/2014/main" id="{3589D3A3-D4EB-409A-817F-C46851B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ec28e57e1491c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F843F155-4E5B-4169-A12C-591C31BD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C2A30B5D-FE49-414A-9139-20CD4919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896-266">
            <a:extLst xmlns:a="http://schemas.openxmlformats.org/drawingml/2006/main">
              <a:ext uri="{FF2B5EF4-FFF2-40B4-BE49-F238E27FC236}">
                <a16:creationId xmlns:a16="http://schemas.microsoft.com/office/drawing/2014/main" id="{7DCC17A5-995D-4653-B4B7-A1A8C7B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96-266">
            <a:extLst xmlns:a="http://schemas.openxmlformats.org/drawingml/2006/main">
              <a:ext uri="{FF2B5EF4-FFF2-40B4-BE49-F238E27FC236}">
                <a16:creationId xmlns:a16="http://schemas.microsoft.com/office/drawing/2014/main" id="{5323AB84-8A1F-4578-9504-9AE25988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50-424">
            <a:extLst xmlns:a="http://schemas.openxmlformats.org/drawingml/2006/main">
              <a:ext uri="{FF2B5EF4-FFF2-40B4-BE49-F238E27FC236}">
                <a16:creationId xmlns:a16="http://schemas.microsoft.com/office/drawing/2014/main" id="{A36D7D02-8876-4D50-AEEC-37FE5F8A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50-424">
            <a:extLst xmlns:a="http://schemas.openxmlformats.org/drawingml/2006/main">
              <a:ext uri="{FF2B5EF4-FFF2-40B4-BE49-F238E27FC236}">
                <a16:creationId xmlns:a16="http://schemas.microsoft.com/office/drawing/2014/main" id="{DA04DC3E-508A-468D-B7AB-416C4360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83-424">
            <a:extLst xmlns:a="http://schemas.openxmlformats.org/drawingml/2006/main">
              <a:ext uri="{FF2B5EF4-FFF2-40B4-BE49-F238E27FC236}">
                <a16:creationId xmlns:a16="http://schemas.microsoft.com/office/drawing/2014/main" id="{7301E459-27D2-4915-AEFC-07DDD83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83-424">
            <a:extLst xmlns:a="http://schemas.openxmlformats.org/drawingml/2006/main">
              <a:ext uri="{FF2B5EF4-FFF2-40B4-BE49-F238E27FC236}">
                <a16:creationId xmlns:a16="http://schemas.microsoft.com/office/drawing/2014/main" id="{ED264D03-19E3-4096-9708-5D2B55B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30958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2">
            <a:extLst xmlns:a="http://schemas.openxmlformats.org/drawingml/2006/main">
              <a:ext uri="{FF2B5EF4-FFF2-40B4-BE49-F238E27FC236}">
                <a16:creationId xmlns:a16="http://schemas.microsoft.com/office/drawing/2014/main" id="{7DE11A66-39A5-49F1-98A9-C8C0059F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A90AB3DD-443A-4F3C-9A02-263D211C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defaults are shown in the Session</a:t>
            </a:r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4BC453CB-5205-4737-8752-88DC069F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44C54C09-96D6-4492-A572-24F82A4B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1DD3FA30-0927-45F9-A132-E9E09879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74D71D10-154D-48EF-88F5-52DA40C9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defaults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821D1284-5F4B-442C-861A-5E1093AD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pinned model, reasoning, and sandbox are shown together.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70B07711-8A65-4CDF-AAFC-46A3AC22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43C1A816-7D8A-447F-B93B-8C4157E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ACE059E0-1B4F-42E9-9A0E-F8BA1A65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Allowed choices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8666C69A-4447-4595-808D-4F6A7EE9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shows the models and reasoning levels allowed by the node.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F311128C-F625-48E4-B2DE-E528B50D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63E3F076-F28E-4176-9132-22F060C4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4D86343E-3BC3-4164-93D4-1676F8B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labels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A64926C8-3C5B-47EE-8E36-B0D80963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value says that it came from the resolved Node Profile.</a:t>
            </a:r>
          </a:p>
        </p:txBody>
      </p:sp>
      <p:sp>
        <p:nvSpPr>
          <p:cNvPr id="16" name="frame-09-pinned-defaults-and-node-capabilities.jpg">
            <a:extLst xmlns:a="http://schemas.openxmlformats.org/drawingml/2006/main">
              <a:ext uri="{FF2B5EF4-FFF2-40B4-BE49-F238E27FC236}">
                <a16:creationId xmlns:a16="http://schemas.microsoft.com/office/drawing/2014/main" id="{EF005AAD-BFDB-4EBA-9C48-7B7C9AA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1b1cc5cff46dd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1C491F0C-5033-4942-9BD1-58F056E5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02A6E9DA-01A6-4D5F-8FC7-4F6A0ED2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900-360">
            <a:extLst xmlns:a="http://schemas.openxmlformats.org/drawingml/2006/main">
              <a:ext uri="{FF2B5EF4-FFF2-40B4-BE49-F238E27FC236}">
                <a16:creationId xmlns:a16="http://schemas.microsoft.com/office/drawing/2014/main" id="{15FAC239-64BF-4545-9B01-4AEF46ED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900-360">
            <a:extLst xmlns:a="http://schemas.openxmlformats.org/drawingml/2006/main">
              <a:ext uri="{FF2B5EF4-FFF2-40B4-BE49-F238E27FC236}">
                <a16:creationId xmlns:a16="http://schemas.microsoft.com/office/drawing/2014/main" id="{E05BABE3-7DFB-44DC-BECF-0F92C6BA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10-470">
            <a:extLst xmlns:a="http://schemas.openxmlformats.org/drawingml/2006/main">
              <a:ext uri="{FF2B5EF4-FFF2-40B4-BE49-F238E27FC236}">
                <a16:creationId xmlns:a16="http://schemas.microsoft.com/office/drawing/2014/main" id="{F81B734F-17F0-49C5-B571-13465FEF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10-470">
            <a:extLst xmlns:a="http://schemas.openxmlformats.org/drawingml/2006/main">
              <a:ext uri="{FF2B5EF4-FFF2-40B4-BE49-F238E27FC236}">
                <a16:creationId xmlns:a16="http://schemas.microsoft.com/office/drawing/2014/main" id="{BE076038-E3C6-4548-8DE2-DF367E04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10-520">
            <a:extLst xmlns:a="http://schemas.openxmlformats.org/drawingml/2006/main">
              <a:ext uri="{FF2B5EF4-FFF2-40B4-BE49-F238E27FC236}">
                <a16:creationId xmlns:a16="http://schemas.microsoft.com/office/drawing/2014/main" id="{FBB188F0-E834-44B8-BFDC-C5DDF4A0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19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10-520">
            <a:extLst xmlns:a="http://schemas.openxmlformats.org/drawingml/2006/main">
              <a:ext uri="{FF2B5EF4-FFF2-40B4-BE49-F238E27FC236}">
                <a16:creationId xmlns:a16="http://schemas.microsoft.com/office/drawing/2014/main" id="{1C8DE70D-8786-4CA6-8E4D-74995227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76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2467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6DB8C6F4-37BB-4BC5-BDAF-D5FAE04F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7AF49C5-BAE5-46D0-B157-E6A5AB9B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exposure and delivery history are separate</a:t>
            </a:r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569114C3-4036-41AD-A60C-F7D6C6E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1C261742-F707-4382-A622-95B16C1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0265BE41-A406-4DD2-A42B-10F8E98D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EC140BB1-17BC-4F72-B9A5-2270016E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Attached runtime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8CC9F128-7E9F-4F37-87D1-1934B68D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models and reasoning modes the current runtime exposes.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E4B8E71A-4161-435B-8D5B-1641B8D9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2F1F3105-2A72-4C7D-AEB1-F7BC2503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58BE3B17-9D40-4744-A3C2-2553CF54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history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CD65B288-F01D-4DCE-9298-AB208AA3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Lists Session Event deliveries tied to this Session.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85E9F292-8264-448D-BA76-DF79125B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592CA95C-1EC7-4679-9BE1-BC6F984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9A1CD837-0B67-4636-96F5-743DBEB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Message box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AC7ADC59-A3AE-4E4D-9B46-5D2C2E23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composer stays fixed at the bottom while the details scroll.</a:t>
            </a:r>
          </a:p>
        </p:txBody>
      </p:sp>
      <p:sp>
        <p:nvSpPr>
          <p:cNvPr id="16" name="frame-10-attached-runtime-and-delivery-provenance.jpg">
            <a:extLst xmlns:a="http://schemas.openxmlformats.org/drawingml/2006/main">
              <a:ext uri="{FF2B5EF4-FFF2-40B4-BE49-F238E27FC236}">
                <a16:creationId xmlns:a16="http://schemas.microsoft.com/office/drawing/2014/main" id="{2F8238C7-EEF1-46FC-9C1C-6E21D9AC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402974aef45e7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E642FE14-E279-4277-808A-E5FBED93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A1BBDA79-321A-422C-A02C-ED8FB89B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850-310">
            <a:extLst xmlns:a="http://schemas.openxmlformats.org/drawingml/2006/main">
              <a:ext uri="{FF2B5EF4-FFF2-40B4-BE49-F238E27FC236}">
                <a16:creationId xmlns:a16="http://schemas.microsoft.com/office/drawing/2014/main" id="{C87D7705-1F86-41AD-9DED-66A0EF1D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50-310">
            <a:extLst xmlns:a="http://schemas.openxmlformats.org/drawingml/2006/main">
              <a:ext uri="{FF2B5EF4-FFF2-40B4-BE49-F238E27FC236}">
                <a16:creationId xmlns:a16="http://schemas.microsoft.com/office/drawing/2014/main" id="{7E8159FF-B309-4BD7-A746-84CB08DC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00-520">
            <a:extLst xmlns:a="http://schemas.openxmlformats.org/drawingml/2006/main">
              <a:ext uri="{FF2B5EF4-FFF2-40B4-BE49-F238E27FC236}">
                <a16:creationId xmlns:a16="http://schemas.microsoft.com/office/drawing/2014/main" id="{DB5B739C-3665-47C6-B764-DCED35C0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00-520">
            <a:extLst xmlns:a="http://schemas.openxmlformats.org/drawingml/2006/main">
              <a:ext uri="{FF2B5EF4-FFF2-40B4-BE49-F238E27FC236}">
                <a16:creationId xmlns:a16="http://schemas.microsoft.com/office/drawing/2014/main" id="{C3674105-F1D9-43E4-8B85-FE4A797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29-600">
            <a:extLst xmlns:a="http://schemas.openxmlformats.org/drawingml/2006/main">
              <a:ext uri="{FF2B5EF4-FFF2-40B4-BE49-F238E27FC236}">
                <a16:creationId xmlns:a16="http://schemas.microsoft.com/office/drawing/2014/main" id="{CA5587C7-24A1-43F0-8AAD-8D91EC69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8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29-600">
            <a:extLst xmlns:a="http://schemas.openxmlformats.org/drawingml/2006/main">
              <a:ext uri="{FF2B5EF4-FFF2-40B4-BE49-F238E27FC236}">
                <a16:creationId xmlns:a16="http://schemas.microsoft.com/office/drawing/2014/main" id="{86A8C381-2DAB-4598-9053-E4CB341D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38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807549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4">
            <a:extLst xmlns:a="http://schemas.openxmlformats.org/drawingml/2006/main">
              <a:ext uri="{FF2B5EF4-FFF2-40B4-BE49-F238E27FC236}">
                <a16:creationId xmlns:a16="http://schemas.microsoft.com/office/drawing/2014/main" id="{4C2E79FD-5F90-4645-A344-3C3C8655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SESSION EVENT RESULT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6212227C-326F-471D-A057-868C6C1F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One event can show every delivery</a:t>
            </a:r>
          </a:p>
        </p:txBody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0A1AED93-37C9-4A91-9097-515B7E3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9B40152F-515D-49B5-BCC4-579A58EE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D5346C4D-44BE-4FAE-93A3-4863DB3A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12D52754-B3D1-4C60-9027-FC0E4FD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Event result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2CBA196D-BC3E-4D8E-B3BF-31866413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event definition, trigger, and prompt source.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58532E33-4455-44B5-AB86-93CBD4D1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13389C7C-7DE7-4E7B-A43D-72274E77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D11641E1-ABBD-48BB-B6B6-E695091B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Resolved Sessions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CAAB2F43-AC93-4C61-9676-1DBAC7DC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every Session selected by the target rules.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9A3FB741-7961-4053-ACA1-1B78D3F9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F3EDFC0E-245A-4FC6-8963-86CCD6D3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FA383FA6-AF1F-4F76-8289-8AAEEB9F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details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81687ABC-AF7D-4BAC-901A-75D6FBBA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delivery keeps its target, status, and prompt contribution.</a:t>
            </a:r>
          </a:p>
        </p:txBody>
      </p:sp>
      <p:sp>
        <p:nvSpPr>
          <p:cNvPr id="16" name="frame-13-event-result-and-delivery-details.png">
            <a:extLst xmlns:a="http://schemas.openxmlformats.org/drawingml/2006/main">
              <a:ext uri="{FF2B5EF4-FFF2-40B4-BE49-F238E27FC236}">
                <a16:creationId xmlns:a16="http://schemas.microsoft.com/office/drawing/2014/main" id="{09BD27B5-E796-4465-9F11-571F49D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8acb2d559465b"/>
          <a:stretch xmlns:a="http://schemas.openxmlformats.org/drawingml/2006/main"/>
        </p:blipFill>
        <p:spPr>
          <a:xfrm xmlns:a="http://schemas.openxmlformats.org/drawingml/2006/main">
            <a:off x="4391025" y="1257300"/>
            <a:ext cx="73152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B98734E3-B0A8-4385-916D-979C99CB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0AA2CBC3-6C73-4C4B-86C8-E623015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0" name="marker-1-780-195">
            <a:extLst xmlns:a="http://schemas.openxmlformats.org/drawingml/2006/main">
              <a:ext uri="{FF2B5EF4-FFF2-40B4-BE49-F238E27FC236}">
                <a16:creationId xmlns:a16="http://schemas.microsoft.com/office/drawing/2014/main" id="{EAD3DE10-320A-4940-A718-5866E08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24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80-195">
            <a:extLst xmlns:a="http://schemas.openxmlformats.org/drawingml/2006/main">
              <a:ext uri="{FF2B5EF4-FFF2-40B4-BE49-F238E27FC236}">
                <a16:creationId xmlns:a16="http://schemas.microsoft.com/office/drawing/2014/main" id="{817779CC-7591-420E-AE0C-F35E9F5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811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60-225">
            <a:extLst xmlns:a="http://schemas.openxmlformats.org/drawingml/2006/main">
              <a:ext uri="{FF2B5EF4-FFF2-40B4-BE49-F238E27FC236}">
                <a16:creationId xmlns:a16="http://schemas.microsoft.com/office/drawing/2014/main" id="{DDF0876F-CA8D-47AB-9C72-E898C39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60-225">
            <a:extLst xmlns:a="http://schemas.openxmlformats.org/drawingml/2006/main">
              <a:ext uri="{FF2B5EF4-FFF2-40B4-BE49-F238E27FC236}">
                <a16:creationId xmlns:a16="http://schemas.microsoft.com/office/drawing/2014/main" id="{078AD809-5491-42DF-95D0-7EDF08F7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66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850-380">
            <a:extLst xmlns:a="http://schemas.openxmlformats.org/drawingml/2006/main">
              <a:ext uri="{FF2B5EF4-FFF2-40B4-BE49-F238E27FC236}">
                <a16:creationId xmlns:a16="http://schemas.microsoft.com/office/drawing/2014/main" id="{B550A011-1D71-48CF-837E-0F9FD4D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850-380">
            <a:extLst xmlns:a="http://schemas.openxmlformats.org/drawingml/2006/main">
              <a:ext uri="{FF2B5EF4-FFF2-40B4-BE49-F238E27FC236}">
                <a16:creationId xmlns:a16="http://schemas.microsoft.com/office/drawing/2014/main" id="{683E7D6C-396D-4D72-B3FD-9A365CBA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37526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2026-09-07T07:23:36.8260000Z</dcterms:created>
  <dcterms:modified xsi:type="dcterms:W3CDTF">2026-09-07T07:23:36.8260000Z</dcterms:modified>
</coreProperties>
</file>